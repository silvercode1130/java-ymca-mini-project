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emf" ContentType="image/x-emf"/>
  <Default Extension="wdp" ContentType="image/vnd.ms-photo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true" embedTrueTypeFonts="true">
  <p:sldMasterIdLst>
    <p:sldMasterId id="2147483827" r:id="rId19"/>
  </p:sldMasterIdLst>
  <p:sldIdLst>
    <p:sldId id="256" r:id="rId21"/>
    <p:sldId id="257" r:id="rId22"/>
    <p:sldId id="270" r:id="rId23"/>
    <p:sldId id="268" r:id="rId24"/>
    <p:sldId id="258" r:id="rId25"/>
    <p:sldId id="269" r:id="rId26"/>
    <p:sldId id="259" r:id="rId27"/>
    <p:sldId id="284" r:id="rId28"/>
    <p:sldId id="271" r:id="rId29"/>
    <p:sldId id="287" r:id="rId30"/>
    <p:sldId id="315" r:id="rId31"/>
    <p:sldId id="307" r:id="rId32"/>
    <p:sldId id="308" r:id="rId33"/>
    <p:sldId id="309" r:id="rId34"/>
    <p:sldId id="314" r:id="rId35"/>
    <p:sldId id="310" r:id="rId36"/>
    <p:sldId id="303" r:id="rId37"/>
    <p:sldId id="304" r:id="rId38"/>
    <p:sldId id="312" r:id="rId39"/>
    <p:sldId id="311" r:id="rId40"/>
    <p:sldId id="313" r:id="rId41"/>
    <p:sldId id="272" r:id="rId42"/>
    <p:sldId id="301" r:id="rId43"/>
    <p:sldId id="286" r:id="rId44"/>
    <p:sldId id="316" r:id="rId45"/>
    <p:sldId id="298" r:id="rId46"/>
    <p:sldId id="300" r:id="rId47"/>
    <p:sldId id="291" r:id="rId48"/>
    <p:sldId id="296" r:id="rId49"/>
    <p:sldId id="290" r:id="rId50"/>
    <p:sldId id="267" r:id="rId51"/>
    <p:sldId id="318" r:id="rId52"/>
    <p:sldId id="320" r:id="rId53"/>
    <p:sldId id="319" r:id="rId54"/>
    <p:sldId id="321" r:id="rId55"/>
    <p:sldId id="273" r:id="rId56"/>
    <p:sldId id="281" r:id="rId57"/>
    <p:sldId id="331" r:id="rId58"/>
    <p:sldId id="323" r:id="rId59"/>
    <p:sldId id="332" r:id="rId60"/>
    <p:sldId id="324" r:id="rId61"/>
    <p:sldId id="325" r:id="rId62"/>
    <p:sldId id="333" r:id="rId63"/>
    <p:sldId id="334" r:id="rId64"/>
    <p:sldId id="326" r:id="rId65"/>
    <p:sldId id="335" r:id="rId66"/>
    <p:sldId id="336" r:id="rId67"/>
    <p:sldId id="327" r:id="rId68"/>
    <p:sldId id="328" r:id="rId69"/>
    <p:sldId id="329" r:id="rId70"/>
    <p:sldId id="330" r:id="rId71"/>
    <p:sldId id="279" r:id="rId72"/>
    <p:sldId id="261" r:id="rId73"/>
    <p:sldId id="265" r:id="rId74"/>
    <p:sldId id="264" r:id="rId7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44" userDrawn="1">
          <p15:clr>
            <a:srgbClr val="A4A3A4"/>
          </p15:clr>
        </p15:guide>
        <p15:guide id="1" pos="2864" userDrawn="1">
          <p15:clr>
            <a:srgbClr val="A4A3A4"/>
          </p15:clr>
        </p15:guide>
      </p15:sldGuideLst>
    </p:ext>
  </p:extLst>
  <p:embeddedFontLst>
    <p:embeddedFont>
      <p:font typeface="SB AggroOTF Medium" panose="" pitchFamily="0" charset="-971589435">
        <p:regular r:id="rId1"/>
      </p:font>
    </p:embeddedFont>
    <p:embeddedFont>
      <p:font typeface="SB AggroOTF Light" panose="" pitchFamily="203648336" charset="203648632">
        <p:regular r:id="rId2"/>
      </p:font>
    </p:embeddedFont>
    <p:embeddedFont>
      <p:font typeface="Pretendard Medium" panose="" pitchFamily="203196600" charset="203324112">
        <p:bold r:id="rId3"/>
      </p:font>
    </p:embeddedFont>
    <p:embeddedFont>
      <p:font typeface="Pretendard SemiBold" panose="" pitchFamily="0" charset="203258880">
        <p:bold r:id="rId4"/>
      </p:font>
    </p:embeddedFont>
    <p:embeddedFont>
      <p:font typeface="Pretendard Light" panose="" pitchFamily="1797940608" charset="0">
        <p:regular r:id="rId5"/>
      </p:font>
    </p:embeddedFont>
    <p:embeddedFont>
      <p:font typeface="Pretendard Regular" panose="" pitchFamily="2097222" charset="6619213">
        <p:regular r:id="rId6"/>
      </p:font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napToGrid="1" snapToObjects="1">
      <p:cViewPr varScale="1">
        <p:scale>
          <a:sx n="74" d="100"/>
          <a:sy n="74" d="100"/>
        </p:scale>
        <p:origin x="-1092" y="-90"/>
      </p:cViewPr>
      <p:guideLst>
        <p:guide orient="horz" pos="2144"/>
        <p:guide pos="2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font" Target="fonts/font1.fntdata"></Relationship><Relationship Id="rId2" Type="http://schemas.openxmlformats.org/officeDocument/2006/relationships/font" Target="fonts/font2.fntdata"></Relationship><Relationship Id="rId3" Type="http://schemas.openxmlformats.org/officeDocument/2006/relationships/font" Target="fonts/font3.fntdata"></Relationship><Relationship Id="rId4" Type="http://schemas.openxmlformats.org/officeDocument/2006/relationships/font" Target="fonts/font4.fntdata"></Relationship><Relationship Id="rId5" Type="http://schemas.openxmlformats.org/officeDocument/2006/relationships/font" Target="fonts/font5.fntdata"></Relationship><Relationship Id="rId6" Type="http://schemas.openxmlformats.org/officeDocument/2006/relationships/font" Target="fonts/font6.fntdata"></Relationship><Relationship Id="rId7" Type="http://schemas.openxmlformats.org/officeDocument/2006/relationships/tableStyles" Target="tableStyles.xml"></Relationship><Relationship Id="rId19" Type="http://schemas.openxmlformats.org/officeDocument/2006/relationships/slideMaster" Target="slideMasters/slideMaster1.xml"></Relationship><Relationship Id="rId20" Type="http://schemas.openxmlformats.org/officeDocument/2006/relationships/theme" Target="theme/theme1.xml"></Relationship><Relationship Id="rId21" Type="http://schemas.openxmlformats.org/officeDocument/2006/relationships/slide" Target="slides/slide1.xml"></Relationship><Relationship Id="rId22" Type="http://schemas.openxmlformats.org/officeDocument/2006/relationships/slide" Target="slides/slide2.xml"></Relationship><Relationship Id="rId23" Type="http://schemas.openxmlformats.org/officeDocument/2006/relationships/slide" Target="slides/slide3.xml"></Relationship><Relationship Id="rId24" Type="http://schemas.openxmlformats.org/officeDocument/2006/relationships/slide" Target="slides/slide4.xml"></Relationship><Relationship Id="rId25" Type="http://schemas.openxmlformats.org/officeDocument/2006/relationships/slide" Target="slides/slide5.xml"></Relationship><Relationship Id="rId26" Type="http://schemas.openxmlformats.org/officeDocument/2006/relationships/slide" Target="slides/slide6.xml"></Relationship><Relationship Id="rId27" Type="http://schemas.openxmlformats.org/officeDocument/2006/relationships/slide" Target="slides/slide7.xml"></Relationship><Relationship Id="rId28" Type="http://schemas.openxmlformats.org/officeDocument/2006/relationships/slide" Target="slides/slide8.xml"></Relationship><Relationship Id="rId29" Type="http://schemas.openxmlformats.org/officeDocument/2006/relationships/slide" Target="slides/slide9.xml"></Relationship><Relationship Id="rId30" Type="http://schemas.openxmlformats.org/officeDocument/2006/relationships/slide" Target="slides/slide10.xml"></Relationship><Relationship Id="rId31" Type="http://schemas.openxmlformats.org/officeDocument/2006/relationships/slide" Target="slides/slide11.xml"></Relationship><Relationship Id="rId32" Type="http://schemas.openxmlformats.org/officeDocument/2006/relationships/slide" Target="slides/slide12.xml"></Relationship><Relationship Id="rId33" Type="http://schemas.openxmlformats.org/officeDocument/2006/relationships/slide" Target="slides/slide13.xml"></Relationship><Relationship Id="rId34" Type="http://schemas.openxmlformats.org/officeDocument/2006/relationships/slide" Target="slides/slide14.xml"></Relationship><Relationship Id="rId35" Type="http://schemas.openxmlformats.org/officeDocument/2006/relationships/slide" Target="slides/slide15.xml"></Relationship><Relationship Id="rId36" Type="http://schemas.openxmlformats.org/officeDocument/2006/relationships/slide" Target="slides/slide16.xml"></Relationship><Relationship Id="rId37" Type="http://schemas.openxmlformats.org/officeDocument/2006/relationships/slide" Target="slides/slide17.xml"></Relationship><Relationship Id="rId38" Type="http://schemas.openxmlformats.org/officeDocument/2006/relationships/slide" Target="slides/slide18.xml"></Relationship><Relationship Id="rId39" Type="http://schemas.openxmlformats.org/officeDocument/2006/relationships/slide" Target="slides/slide19.xml"></Relationship><Relationship Id="rId40" Type="http://schemas.openxmlformats.org/officeDocument/2006/relationships/slide" Target="slides/slide20.xml"></Relationship><Relationship Id="rId41" Type="http://schemas.openxmlformats.org/officeDocument/2006/relationships/slide" Target="slides/slide21.xml"></Relationship><Relationship Id="rId42" Type="http://schemas.openxmlformats.org/officeDocument/2006/relationships/slide" Target="slides/slide22.xml"></Relationship><Relationship Id="rId43" Type="http://schemas.openxmlformats.org/officeDocument/2006/relationships/slide" Target="slides/slide23.xml"></Relationship><Relationship Id="rId44" Type="http://schemas.openxmlformats.org/officeDocument/2006/relationships/slide" Target="slides/slide24.xml"></Relationship><Relationship Id="rId45" Type="http://schemas.openxmlformats.org/officeDocument/2006/relationships/slide" Target="slides/slide25.xml"></Relationship><Relationship Id="rId46" Type="http://schemas.openxmlformats.org/officeDocument/2006/relationships/slide" Target="slides/slide26.xml"></Relationship><Relationship Id="rId47" Type="http://schemas.openxmlformats.org/officeDocument/2006/relationships/slide" Target="slides/slide27.xml"></Relationship><Relationship Id="rId48" Type="http://schemas.openxmlformats.org/officeDocument/2006/relationships/slide" Target="slides/slide28.xml"></Relationship><Relationship Id="rId49" Type="http://schemas.openxmlformats.org/officeDocument/2006/relationships/slide" Target="slides/slide29.xml"></Relationship><Relationship Id="rId50" Type="http://schemas.openxmlformats.org/officeDocument/2006/relationships/slide" Target="slides/slide30.xml"></Relationship><Relationship Id="rId51" Type="http://schemas.openxmlformats.org/officeDocument/2006/relationships/slide" Target="slides/slide31.xml"></Relationship><Relationship Id="rId52" Type="http://schemas.openxmlformats.org/officeDocument/2006/relationships/slide" Target="slides/slide32.xml"></Relationship><Relationship Id="rId53" Type="http://schemas.openxmlformats.org/officeDocument/2006/relationships/slide" Target="slides/slide33.xml"></Relationship><Relationship Id="rId54" Type="http://schemas.openxmlformats.org/officeDocument/2006/relationships/slide" Target="slides/slide34.xml"></Relationship><Relationship Id="rId55" Type="http://schemas.openxmlformats.org/officeDocument/2006/relationships/slide" Target="slides/slide35.xml"></Relationship><Relationship Id="rId56" Type="http://schemas.openxmlformats.org/officeDocument/2006/relationships/slide" Target="slides/slide36.xml"></Relationship><Relationship Id="rId57" Type="http://schemas.openxmlformats.org/officeDocument/2006/relationships/slide" Target="slides/slide37.xml"></Relationship><Relationship Id="rId58" Type="http://schemas.openxmlformats.org/officeDocument/2006/relationships/slide" Target="slides/slide38.xml"></Relationship><Relationship Id="rId59" Type="http://schemas.openxmlformats.org/officeDocument/2006/relationships/slide" Target="slides/slide39.xml"></Relationship><Relationship Id="rId60" Type="http://schemas.openxmlformats.org/officeDocument/2006/relationships/slide" Target="slides/slide40.xml"></Relationship><Relationship Id="rId61" Type="http://schemas.openxmlformats.org/officeDocument/2006/relationships/slide" Target="slides/slide41.xml"></Relationship><Relationship Id="rId62" Type="http://schemas.openxmlformats.org/officeDocument/2006/relationships/slide" Target="slides/slide42.xml"></Relationship><Relationship Id="rId63" Type="http://schemas.openxmlformats.org/officeDocument/2006/relationships/slide" Target="slides/slide43.xml"></Relationship><Relationship Id="rId64" Type="http://schemas.openxmlformats.org/officeDocument/2006/relationships/slide" Target="slides/slide44.xml"></Relationship><Relationship Id="rId65" Type="http://schemas.openxmlformats.org/officeDocument/2006/relationships/slide" Target="slides/slide45.xml"></Relationship><Relationship Id="rId66" Type="http://schemas.openxmlformats.org/officeDocument/2006/relationships/slide" Target="slides/slide46.xml"></Relationship><Relationship Id="rId67" Type="http://schemas.openxmlformats.org/officeDocument/2006/relationships/slide" Target="slides/slide47.xml"></Relationship><Relationship Id="rId68" Type="http://schemas.openxmlformats.org/officeDocument/2006/relationships/slide" Target="slides/slide48.xml"></Relationship><Relationship Id="rId69" Type="http://schemas.openxmlformats.org/officeDocument/2006/relationships/slide" Target="slides/slide49.xml"></Relationship><Relationship Id="rId70" Type="http://schemas.openxmlformats.org/officeDocument/2006/relationships/slide" Target="slides/slide50.xml"></Relationship><Relationship Id="rId71" Type="http://schemas.openxmlformats.org/officeDocument/2006/relationships/slide" Target="slides/slide51.xml"></Relationship><Relationship Id="rId72" Type="http://schemas.openxmlformats.org/officeDocument/2006/relationships/slide" Target="slides/slide52.xml"></Relationship><Relationship Id="rId73" Type="http://schemas.openxmlformats.org/officeDocument/2006/relationships/slide" Target="slides/slide53.xml"></Relationship><Relationship Id="rId74" Type="http://schemas.openxmlformats.org/officeDocument/2006/relationships/slide" Target="slides/slide54.xml"></Relationship><Relationship Id="rId75" Type="http://schemas.openxmlformats.org/officeDocument/2006/relationships/slide" Target="slides/slide55.xml"></Relationship><Relationship Id="rId76" Type="http://schemas.openxmlformats.org/officeDocument/2006/relationships/viewProps" Target="viewProps.xml"></Relationship><Relationship Id="rId77" Type="http://schemas.openxmlformats.org/officeDocument/2006/relationships/presProps" Target="presProps.xml"></Relationship></Relationships>
</file>

<file path=ppt/slideLayouts/_rels/slideLayout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ctrTitle"/>
          </p:nvPr>
        </p:nvSpPr>
        <p:spPr>
          <a:xfrm rot="0">
            <a:off x="685800" y="2130425"/>
            <a:ext cx="7773035" cy="147066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 txBox="1">
            <a:spLocks noGrp="1"/>
          </p:cNvSpPr>
          <p:nvPr>
            <p:ph type="subTitle" idx="1"/>
          </p:nvPr>
        </p:nvSpPr>
        <p:spPr>
          <a:xfrm rot="0">
            <a:off x="1371600" y="3886200"/>
            <a:ext cx="6401435" cy="175323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algn="ctr">
              <a:buFontTx/>
              <a:buNone/>
              <a:defRPr lang="en-GB" altLang="en-US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 lvl="1">
              <a:buFontTx/>
              <a:buNone/>
              <a:defRPr lang="en-GB" altLang="en-US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vl="2">
              <a:buFontTx/>
              <a:buNone/>
              <a:defRPr lang="en-GB" altLang="en-US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vl="3">
              <a:buFontTx/>
              <a:buNone/>
              <a:defRPr lang="en-GB" altLang="en-US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vl="4">
              <a:buFontTx/>
              <a:buNone/>
              <a:defRPr lang="en-GB" altLang="en-US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vl="5">
              <a:buFontTx/>
              <a:buNone/>
              <a:defRPr lang="en-GB" altLang="en-US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vl="6">
              <a:buFontTx/>
              <a:buNone/>
              <a:defRPr lang="en-GB" altLang="en-US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vl="7">
              <a:buFontTx/>
              <a:buNone/>
              <a:defRPr lang="en-GB" altLang="en-US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vl="8">
              <a:buFontTx/>
              <a:buNone/>
              <a:defRPr lang="en-GB" altLang="en-US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>
              <a:buFontTx/>
              <a:buNone/>
            </a:pPr>
            <a:r>
              <a:rPr lang="en-US"/>
              <a:t>Click to edit Master subtitle style</a:t>
            </a:r>
            <a:endParaRPr lang="ko-KR" alt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/>
              <a:t>8/1/2011</a:t>
            </a:fld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 txBox="1">
            <a:spLocks noGrp="1"/>
          </p:cNvSpPr>
          <p:nvPr>
            <p:ph type="obj" idx="1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342900" indent="-342900">
              <a:buFont typeface="Arial"/>
              <a:buChar char="•"/>
            </a:pPr>
            <a:r>
              <a:rPr lang="en-US"/>
              <a:t>Click to edit Master text styles</a:t>
            </a:r>
            <a:endParaRPr lang="ko-KR" altLang="en-US"/>
          </a:p>
          <a:p>
            <a:pPr marL="742950" indent="-285750" lvl="1">
              <a:buFont typeface="Arial"/>
              <a:buChar char="–"/>
            </a:pPr>
            <a:r>
              <a:rPr lang="en-US"/>
              <a:t>Second level</a:t>
            </a:r>
            <a:endParaRPr lang="ko-KR" altLang="en-US"/>
          </a:p>
          <a:p>
            <a:pPr marL="1143000" indent="-228600" lvl="2">
              <a:buFont typeface="Arial"/>
              <a:buChar char="•"/>
            </a:pPr>
            <a:r>
              <a:rPr lang="en-US"/>
              <a:t>Third level</a:t>
            </a:r>
            <a:endParaRPr lang="ko-KR" altLang="en-US"/>
          </a:p>
          <a:p>
            <a:pPr marL="1600200" indent="-228600" lvl="3">
              <a:buFont typeface="Arial"/>
              <a:buChar char="–"/>
            </a:pPr>
            <a:r>
              <a:rPr lang="en-US"/>
              <a:t>Fourth level</a:t>
            </a:r>
            <a:endParaRPr lang="ko-KR" altLang="en-US"/>
          </a:p>
          <a:p>
            <a:pPr marL="2057400" indent="-228600" lvl="4">
              <a:buFont typeface="Arial"/>
              <a:buChar char="»"/>
            </a:pPr>
            <a:r>
              <a:rPr lang="en-US"/>
              <a:t>Fifth level</a:t>
            </a:r>
            <a:endParaRPr lang="ko-KR" alt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/>
              <a:t>8/1/2011</a:t>
            </a:fld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722630" y="4406900"/>
            <a:ext cx="7773035" cy="136271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algn="l">
              <a:buFontTx/>
              <a:buNone/>
              <a:defRPr lang="en-GB" altLang="en-US" sz="4000" cap="all" b="1"/>
            </a:lvl1pPr>
          </a:lstStyle>
          <a:p>
            <a:pPr marL="0" indent="0">
              <a:buFontTx/>
              <a:buNone/>
            </a:pPr>
            <a:r>
              <a:rPr lang="en-US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 rot="0">
            <a:off x="722630" y="2907030"/>
            <a:ext cx="7773035" cy="150050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>
              <a:buFontTx/>
              <a:buNone/>
            </a:pPr>
            <a:r>
              <a:rPr lang="en-US"/>
              <a:t>Click to edit Master text styles</a:t>
            </a:r>
            <a:endParaRPr lang="ko-KR" alt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/>
              <a:t>8/1/2011</a:t>
            </a:fld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 txBox="1">
            <a:spLocks noGrp="1"/>
          </p:cNvSpPr>
          <p:nvPr>
            <p:ph type="obj" sz="half" idx="1"/>
          </p:nvPr>
        </p:nvSpPr>
        <p:spPr>
          <a:xfrm rot="0">
            <a:off x="457200" y="1600200"/>
            <a:ext cx="4039235" cy="452691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>
              <a:buFontTx/>
              <a:buNone/>
              <a:defRPr lang="en-GB" altLang="en-US" sz="2800"/>
            </a:lvl1pPr>
            <a:lvl2pPr marL="0" indent="0" lvl="1">
              <a:buFontTx/>
              <a:buNone/>
              <a:defRPr lang="en-GB" altLang="en-US" sz="2400"/>
            </a:lvl2pPr>
            <a:lvl3pPr marL="0" indent="0" lvl="2">
              <a:buFontTx/>
              <a:buNone/>
              <a:defRPr lang="en-GB" altLang="en-US" sz="2000"/>
            </a:lvl3pPr>
            <a:lvl4pPr marL="0" indent="0" lvl="3">
              <a:buFontTx/>
              <a:buNone/>
              <a:defRPr lang="en-GB" altLang="en-US" sz="1800"/>
            </a:lvl4pPr>
            <a:lvl5pPr marL="0" indent="0" lvl="4">
              <a:buFontTx/>
              <a:buNone/>
              <a:defRPr lang="en-GB" altLang="en-US" sz="1800"/>
            </a:lvl5pPr>
            <a:lvl6pPr marL="0" indent="0" lvl="5">
              <a:buFontTx/>
              <a:buNone/>
              <a:defRPr lang="en-GB" altLang="en-US" sz="1800"/>
            </a:lvl6pPr>
            <a:lvl7pPr marL="0" indent="0" lvl="6">
              <a:buFontTx/>
              <a:buNone/>
              <a:defRPr lang="en-GB" altLang="en-US" sz="1800"/>
            </a:lvl7pPr>
            <a:lvl8pPr marL="0" indent="0" lvl="7">
              <a:buFontTx/>
              <a:buNone/>
              <a:defRPr lang="en-GB" altLang="en-US" sz="1800"/>
            </a:lvl8pPr>
            <a:lvl9pPr marL="0" indent="0" lvl="8">
              <a:buFontTx/>
              <a:buNone/>
              <a:defRPr lang="en-GB" altLang="en-US" sz="1800"/>
            </a:lvl9pPr>
          </a:lstStyle>
          <a:p>
            <a:pPr marL="342900" indent="-342900">
              <a:buFont typeface="Arial"/>
              <a:buChar char="•"/>
            </a:pPr>
            <a:r>
              <a:rPr lang="en-US"/>
              <a:t>Click to edit Master text styles</a:t>
            </a:r>
            <a:endParaRPr lang="ko-KR" altLang="en-US"/>
          </a:p>
          <a:p>
            <a:pPr marL="742950" indent="-285750" lvl="1">
              <a:buFont typeface="Arial"/>
              <a:buChar char="–"/>
            </a:pPr>
            <a:r>
              <a:rPr lang="en-US"/>
              <a:t>Second level</a:t>
            </a:r>
            <a:endParaRPr lang="ko-KR" altLang="en-US"/>
          </a:p>
          <a:p>
            <a:pPr marL="1143000" indent="-228600" lvl="2">
              <a:buFont typeface="Arial"/>
              <a:buChar char="•"/>
            </a:pPr>
            <a:r>
              <a:rPr lang="en-US"/>
              <a:t>Third level</a:t>
            </a:r>
            <a:endParaRPr lang="ko-KR" altLang="en-US"/>
          </a:p>
          <a:p>
            <a:pPr marL="1600200" indent="-228600" lvl="3">
              <a:buFont typeface="Arial"/>
              <a:buChar char="–"/>
            </a:pPr>
            <a:r>
              <a:rPr lang="en-US"/>
              <a:t>Fourth level</a:t>
            </a:r>
            <a:endParaRPr lang="ko-KR" altLang="en-US"/>
          </a:p>
          <a:p>
            <a:pPr marL="2057400" indent="-228600" lvl="4">
              <a:buFont typeface="Arial"/>
              <a:buChar char="»"/>
            </a:pPr>
            <a:r>
              <a:rPr lang="en-US"/>
              <a:t>Fifth level</a:t>
            </a:r>
            <a:endParaRPr lang="ko-KR" altLang="en-US"/>
          </a:p>
        </p:txBody>
      </p:sp>
      <p:sp>
        <p:nvSpPr>
          <p:cNvPr id="4" name="Content Placeholder 3"/>
          <p:cNvSpPr txBox="1">
            <a:spLocks noGrp="1"/>
          </p:cNvSpPr>
          <p:nvPr>
            <p:ph type="obj" sz="half" idx="2"/>
          </p:nvPr>
        </p:nvSpPr>
        <p:spPr>
          <a:xfrm rot="0">
            <a:off x="4648200" y="1600200"/>
            <a:ext cx="4039235" cy="452691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>
              <a:buFontTx/>
              <a:buNone/>
              <a:defRPr lang="en-GB" altLang="en-US" sz="2800"/>
            </a:lvl1pPr>
            <a:lvl2pPr marL="0" indent="0" lvl="1">
              <a:buFontTx/>
              <a:buNone/>
              <a:defRPr lang="en-GB" altLang="en-US" sz="2400"/>
            </a:lvl2pPr>
            <a:lvl3pPr marL="0" indent="0" lvl="2">
              <a:buFontTx/>
              <a:buNone/>
              <a:defRPr lang="en-GB" altLang="en-US" sz="2000"/>
            </a:lvl3pPr>
            <a:lvl4pPr marL="0" indent="0" lvl="3">
              <a:buFontTx/>
              <a:buNone/>
              <a:defRPr lang="en-GB" altLang="en-US" sz="1800"/>
            </a:lvl4pPr>
            <a:lvl5pPr marL="0" indent="0" lvl="4">
              <a:buFontTx/>
              <a:buNone/>
              <a:defRPr lang="en-GB" altLang="en-US" sz="1800"/>
            </a:lvl5pPr>
            <a:lvl6pPr marL="0" indent="0" lvl="5">
              <a:buFontTx/>
              <a:buNone/>
              <a:defRPr lang="en-GB" altLang="en-US" sz="1800"/>
            </a:lvl6pPr>
            <a:lvl7pPr marL="0" indent="0" lvl="6">
              <a:buFontTx/>
              <a:buNone/>
              <a:defRPr lang="en-GB" altLang="en-US" sz="1800"/>
            </a:lvl7pPr>
            <a:lvl8pPr marL="0" indent="0" lvl="7">
              <a:buFontTx/>
              <a:buNone/>
              <a:defRPr lang="en-GB" altLang="en-US" sz="1800"/>
            </a:lvl8pPr>
            <a:lvl9pPr marL="0" indent="0" lvl="8">
              <a:buFontTx/>
              <a:buNone/>
              <a:defRPr lang="en-GB" altLang="en-US" sz="1800"/>
            </a:lvl9pPr>
          </a:lstStyle>
          <a:p>
            <a:pPr marL="342900" indent="-342900">
              <a:buFont typeface="Arial"/>
              <a:buChar char="•"/>
            </a:pPr>
            <a:r>
              <a:rPr lang="en-US"/>
              <a:t>Click to edit Master text styles</a:t>
            </a:r>
            <a:endParaRPr lang="ko-KR" altLang="en-US"/>
          </a:p>
          <a:p>
            <a:pPr marL="742950" indent="-285750" lvl="1">
              <a:buFont typeface="Arial"/>
              <a:buChar char="–"/>
            </a:pPr>
            <a:r>
              <a:rPr lang="en-US"/>
              <a:t>Second level</a:t>
            </a:r>
            <a:endParaRPr lang="ko-KR" altLang="en-US"/>
          </a:p>
          <a:p>
            <a:pPr marL="1143000" indent="-228600" lvl="2">
              <a:buFont typeface="Arial"/>
              <a:buChar char="•"/>
            </a:pPr>
            <a:r>
              <a:rPr lang="en-US"/>
              <a:t>Third level</a:t>
            </a:r>
            <a:endParaRPr lang="ko-KR" altLang="en-US"/>
          </a:p>
          <a:p>
            <a:pPr marL="1600200" indent="-228600" lvl="3">
              <a:buFont typeface="Arial"/>
              <a:buChar char="–"/>
            </a:pPr>
            <a:r>
              <a:rPr lang="en-US"/>
              <a:t>Fourth level</a:t>
            </a:r>
            <a:endParaRPr lang="ko-KR" altLang="en-US"/>
          </a:p>
          <a:p>
            <a:pPr marL="2057400" indent="-228600" lvl="4">
              <a:buFont typeface="Arial"/>
              <a:buChar char="»"/>
            </a:pPr>
            <a:r>
              <a:rPr lang="en-US"/>
              <a:t>Fifth level</a:t>
            </a:r>
            <a:endParaRPr lang="ko-KR" alt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10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/>
              <a:t>8/1/2011</a:t>
            </a:fld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11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12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>
            <a:lvl1pPr marL="0" indent="0">
              <a:buFontTx/>
              <a:buNone/>
              <a:defRPr lang="en-GB" altLang="en-US"/>
            </a:lvl1pPr>
          </a:lstStyle>
          <a:p>
            <a:pPr marL="0" indent="0">
              <a:buFontTx/>
              <a:buNone/>
            </a:pPr>
            <a:r>
              <a:rPr lang="en-US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 rot="0">
            <a:off x="457200" y="1535430"/>
            <a:ext cx="4041140" cy="640080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>
              <a:buFontTx/>
              <a:buNone/>
              <a:defRPr lang="en-GB" altLang="en-US" sz="2400" b="1"/>
            </a:lvl1pPr>
            <a:lvl2pPr marL="457200" indent="0" lvl="1">
              <a:buFontTx/>
              <a:buNone/>
              <a:defRPr lang="en-GB" altLang="en-US" sz="2000" b="1"/>
            </a:lvl2pPr>
            <a:lvl3pPr marL="914400" indent="0" lvl="2">
              <a:buFontTx/>
              <a:buNone/>
              <a:defRPr lang="en-GB" altLang="en-US" sz="1800" b="1"/>
            </a:lvl3pPr>
            <a:lvl4pPr marL="1371600" indent="0" lvl="3">
              <a:buFontTx/>
              <a:buNone/>
              <a:defRPr lang="en-GB" altLang="en-US" sz="1600" b="1"/>
            </a:lvl4pPr>
            <a:lvl5pPr marL="1828800" indent="0" lvl="4">
              <a:buFontTx/>
              <a:buNone/>
              <a:defRPr lang="en-GB" altLang="en-US" sz="1600" b="1"/>
            </a:lvl5pPr>
            <a:lvl6pPr marL="2286000" indent="0" lvl="5">
              <a:buFontTx/>
              <a:buNone/>
              <a:defRPr lang="en-GB" altLang="en-US" sz="1600" b="1"/>
            </a:lvl6pPr>
            <a:lvl7pPr marL="2743200" indent="0" lvl="6">
              <a:buFontTx/>
              <a:buNone/>
              <a:defRPr lang="en-GB" altLang="en-US" sz="1600" b="1"/>
            </a:lvl7pPr>
            <a:lvl8pPr marL="3200400" indent="0" lvl="7">
              <a:buFontTx/>
              <a:buNone/>
              <a:defRPr lang="en-GB" altLang="en-US" sz="1600" b="1"/>
            </a:lvl8pPr>
            <a:lvl9pPr marL="3657600" indent="0" lvl="8">
              <a:buFontTx/>
              <a:buNone/>
              <a:defRPr lang="en-GB" altLang="en-US" sz="1600" b="1"/>
            </a:lvl9pPr>
          </a:lstStyle>
          <a:p>
            <a:pPr marL="0" indent="0">
              <a:buFontTx/>
              <a:buNone/>
            </a:pPr>
            <a:r>
              <a:rPr lang="en-US"/>
              <a:t>Click to edit Master text styles</a:t>
            </a:r>
            <a:endParaRPr lang="ko-KR" altLang="en-US"/>
          </a:p>
        </p:txBody>
      </p:sp>
      <p:sp>
        <p:nvSpPr>
          <p:cNvPr id="4" name="Content Placeholder 3"/>
          <p:cNvSpPr txBox="1">
            <a:spLocks noGrp="1"/>
          </p:cNvSpPr>
          <p:nvPr>
            <p:ph type="obj" sz="half" idx="2"/>
          </p:nvPr>
        </p:nvSpPr>
        <p:spPr>
          <a:xfrm rot="0">
            <a:off x="457200" y="2174875"/>
            <a:ext cx="4041140" cy="39522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>
              <a:buFontTx/>
              <a:buNone/>
              <a:defRPr lang="en-GB" altLang="en-US" sz="2400"/>
            </a:lvl1pPr>
            <a:lvl2pPr marL="0" indent="0" lvl="1">
              <a:buFontTx/>
              <a:buNone/>
              <a:defRPr lang="en-GB" altLang="en-US" sz="2000"/>
            </a:lvl2pPr>
            <a:lvl3pPr marL="0" indent="0" lvl="2">
              <a:buFontTx/>
              <a:buNone/>
              <a:defRPr lang="en-GB" altLang="en-US" sz="1800"/>
            </a:lvl3pPr>
            <a:lvl4pPr marL="0" indent="0" lvl="3">
              <a:buFontTx/>
              <a:buNone/>
              <a:defRPr lang="en-GB" altLang="en-US" sz="1600"/>
            </a:lvl4pPr>
            <a:lvl5pPr marL="0" indent="0" lvl="4">
              <a:buFontTx/>
              <a:buNone/>
              <a:defRPr lang="en-GB" altLang="en-US" sz="1600"/>
            </a:lvl5pPr>
            <a:lvl6pPr marL="0" indent="0" lvl="5">
              <a:buFontTx/>
              <a:buNone/>
              <a:defRPr lang="en-GB" altLang="en-US" sz="1600"/>
            </a:lvl6pPr>
            <a:lvl7pPr marL="0" indent="0" lvl="6">
              <a:buFontTx/>
              <a:buNone/>
              <a:defRPr lang="en-GB" altLang="en-US" sz="1600"/>
            </a:lvl7pPr>
            <a:lvl8pPr marL="0" indent="0" lvl="7">
              <a:buFontTx/>
              <a:buNone/>
              <a:defRPr lang="en-GB" altLang="en-US" sz="1600"/>
            </a:lvl8pPr>
            <a:lvl9pPr marL="0" indent="0" lvl="8">
              <a:buFontTx/>
              <a:buNone/>
              <a:defRPr lang="en-GB" altLang="en-US" sz="1600"/>
            </a:lvl9pPr>
          </a:lstStyle>
          <a:p>
            <a:pPr marL="342900" indent="-342900">
              <a:buFont typeface="Arial"/>
              <a:buChar char="•"/>
            </a:pPr>
            <a:r>
              <a:rPr lang="en-US"/>
              <a:t>Click to edit Master text styles</a:t>
            </a:r>
            <a:endParaRPr lang="ko-KR" altLang="en-US"/>
          </a:p>
          <a:p>
            <a:pPr marL="742950" indent="-285750" lvl="1">
              <a:buFont typeface="Arial"/>
              <a:buChar char="–"/>
            </a:pPr>
            <a:r>
              <a:rPr lang="en-US"/>
              <a:t>Second level</a:t>
            </a:r>
            <a:endParaRPr lang="ko-KR" altLang="en-US"/>
          </a:p>
          <a:p>
            <a:pPr marL="1143000" indent="-228600" lvl="2">
              <a:buFont typeface="Arial"/>
              <a:buChar char="•"/>
            </a:pPr>
            <a:r>
              <a:rPr lang="en-US"/>
              <a:t>Third level</a:t>
            </a:r>
            <a:endParaRPr lang="ko-KR" altLang="en-US"/>
          </a:p>
          <a:p>
            <a:pPr marL="1600200" indent="-228600" lvl="3">
              <a:buFont typeface="Arial"/>
              <a:buChar char="–"/>
            </a:pPr>
            <a:r>
              <a:rPr lang="en-US"/>
              <a:t>Fourth level</a:t>
            </a:r>
            <a:endParaRPr lang="ko-KR" altLang="en-US"/>
          </a:p>
          <a:p>
            <a:pPr marL="2057400" indent="-228600" lvl="4">
              <a:buFont typeface="Arial"/>
              <a:buChar char="»"/>
            </a:pPr>
            <a:r>
              <a:rPr lang="en-US"/>
              <a:t>Fifth level</a:t>
            </a:r>
            <a:endParaRPr lang="ko-KR" altLang="en-US"/>
          </a:p>
        </p:txBody>
      </p:sp>
      <p:sp>
        <p:nvSpPr>
          <p:cNvPr id="5" name="Text Placeholder 4"/>
          <p:cNvSpPr txBox="1">
            <a:spLocks noGrp="1"/>
          </p:cNvSpPr>
          <p:nvPr>
            <p:ph type="body" sz="quarter" idx="3"/>
          </p:nvPr>
        </p:nvSpPr>
        <p:spPr>
          <a:xfrm rot="0">
            <a:off x="4645025" y="1535430"/>
            <a:ext cx="4042410" cy="640080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>
              <a:buFontTx/>
              <a:buNone/>
              <a:defRPr lang="en-GB" altLang="en-US" sz="2400" b="1"/>
            </a:lvl1pPr>
            <a:lvl2pPr marL="457200" indent="0" lvl="1">
              <a:buFontTx/>
              <a:buNone/>
              <a:defRPr lang="en-GB" altLang="en-US" sz="2000" b="1"/>
            </a:lvl2pPr>
            <a:lvl3pPr marL="914400" indent="0" lvl="2">
              <a:buFontTx/>
              <a:buNone/>
              <a:defRPr lang="en-GB" altLang="en-US" sz="1800" b="1"/>
            </a:lvl3pPr>
            <a:lvl4pPr marL="1371600" indent="0" lvl="3">
              <a:buFontTx/>
              <a:buNone/>
              <a:defRPr lang="en-GB" altLang="en-US" sz="1600" b="1"/>
            </a:lvl4pPr>
            <a:lvl5pPr marL="1828800" indent="0" lvl="4">
              <a:buFontTx/>
              <a:buNone/>
              <a:defRPr lang="en-GB" altLang="en-US" sz="1600" b="1"/>
            </a:lvl5pPr>
            <a:lvl6pPr marL="2286000" indent="0" lvl="5">
              <a:buFontTx/>
              <a:buNone/>
              <a:defRPr lang="en-GB" altLang="en-US" sz="1600" b="1"/>
            </a:lvl6pPr>
            <a:lvl7pPr marL="2743200" indent="0" lvl="6">
              <a:buFontTx/>
              <a:buNone/>
              <a:defRPr lang="en-GB" altLang="en-US" sz="1600" b="1"/>
            </a:lvl7pPr>
            <a:lvl8pPr marL="3200400" indent="0" lvl="7">
              <a:buFontTx/>
              <a:buNone/>
              <a:defRPr lang="en-GB" altLang="en-US" sz="1600" b="1"/>
            </a:lvl8pPr>
            <a:lvl9pPr marL="3657600" indent="0" lvl="8">
              <a:buFontTx/>
              <a:buNone/>
              <a:defRPr lang="en-GB" altLang="en-US" sz="1600" b="1"/>
            </a:lvl9pPr>
          </a:lstStyle>
          <a:p>
            <a:pPr marL="0" indent="0">
              <a:buFontTx/>
              <a:buNone/>
            </a:pPr>
            <a:r>
              <a:rPr lang="en-US"/>
              <a:t>Click to edit Master text styles</a:t>
            </a:r>
            <a:endParaRPr lang="ko-KR" altLang="en-US"/>
          </a:p>
        </p:txBody>
      </p:sp>
      <p:sp>
        <p:nvSpPr>
          <p:cNvPr id="6" name="Content Placeholder 5"/>
          <p:cNvSpPr txBox="1">
            <a:spLocks noGrp="1"/>
          </p:cNvSpPr>
          <p:nvPr>
            <p:ph type="obj" sz="quarter" idx="4"/>
          </p:nvPr>
        </p:nvSpPr>
        <p:spPr>
          <a:xfrm rot="0">
            <a:off x="4645025" y="2174875"/>
            <a:ext cx="4042410" cy="395224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>
              <a:buFontTx/>
              <a:buNone/>
              <a:defRPr lang="en-GB" altLang="en-US" sz="2400"/>
            </a:lvl1pPr>
            <a:lvl2pPr marL="0" indent="0" lvl="1">
              <a:buFontTx/>
              <a:buNone/>
              <a:defRPr lang="en-GB" altLang="en-US" sz="2000"/>
            </a:lvl2pPr>
            <a:lvl3pPr marL="0" indent="0" lvl="2">
              <a:buFontTx/>
              <a:buNone/>
              <a:defRPr lang="en-GB" altLang="en-US" sz="1800"/>
            </a:lvl3pPr>
            <a:lvl4pPr marL="0" indent="0" lvl="3">
              <a:buFontTx/>
              <a:buNone/>
              <a:defRPr lang="en-GB" altLang="en-US" sz="1600"/>
            </a:lvl4pPr>
            <a:lvl5pPr marL="0" indent="0" lvl="4">
              <a:buFontTx/>
              <a:buNone/>
              <a:defRPr lang="en-GB" altLang="en-US" sz="1600"/>
            </a:lvl5pPr>
            <a:lvl6pPr marL="0" indent="0" lvl="5">
              <a:buFontTx/>
              <a:buNone/>
              <a:defRPr lang="en-GB" altLang="en-US" sz="1600"/>
            </a:lvl6pPr>
            <a:lvl7pPr marL="0" indent="0" lvl="6">
              <a:buFontTx/>
              <a:buNone/>
              <a:defRPr lang="en-GB" altLang="en-US" sz="1600"/>
            </a:lvl7pPr>
            <a:lvl8pPr marL="0" indent="0" lvl="7">
              <a:buFontTx/>
              <a:buNone/>
              <a:defRPr lang="en-GB" altLang="en-US" sz="1600"/>
            </a:lvl8pPr>
            <a:lvl9pPr marL="0" indent="0" lvl="8">
              <a:buFontTx/>
              <a:buNone/>
              <a:defRPr lang="en-GB" altLang="en-US" sz="1600"/>
            </a:lvl9pPr>
          </a:lstStyle>
          <a:p>
            <a:pPr marL="342900" indent="-342900">
              <a:buFont typeface="Arial"/>
              <a:buChar char="•"/>
            </a:pPr>
            <a:r>
              <a:rPr lang="en-US"/>
              <a:t>Click to edit Master text styles</a:t>
            </a:r>
            <a:endParaRPr lang="ko-KR" altLang="en-US"/>
          </a:p>
          <a:p>
            <a:pPr marL="742950" indent="-285750" lvl="1">
              <a:buFont typeface="Arial"/>
              <a:buChar char="–"/>
            </a:pPr>
            <a:r>
              <a:rPr lang="en-US"/>
              <a:t>Second level</a:t>
            </a:r>
            <a:endParaRPr lang="ko-KR" altLang="en-US"/>
          </a:p>
          <a:p>
            <a:pPr marL="1143000" indent="-228600" lvl="2">
              <a:buFont typeface="Arial"/>
              <a:buChar char="•"/>
            </a:pPr>
            <a:r>
              <a:rPr lang="en-US"/>
              <a:t>Third level</a:t>
            </a:r>
            <a:endParaRPr lang="ko-KR" altLang="en-US"/>
          </a:p>
          <a:p>
            <a:pPr marL="1600200" indent="-228600" lvl="3">
              <a:buFont typeface="Arial"/>
              <a:buChar char="–"/>
            </a:pPr>
            <a:r>
              <a:rPr lang="en-US"/>
              <a:t>Fourth level</a:t>
            </a:r>
            <a:endParaRPr lang="ko-KR" altLang="en-US"/>
          </a:p>
          <a:p>
            <a:pPr marL="2057400" indent="-228600" lvl="4">
              <a:buFont typeface="Arial"/>
              <a:buChar char="»"/>
            </a:pPr>
            <a:r>
              <a:rPr lang="en-US"/>
              <a:t>Fifth level</a:t>
            </a:r>
            <a:endParaRPr lang="ko-KR" altLang="en-US"/>
          </a:p>
        </p:txBody>
      </p:sp>
      <p:sp>
        <p:nvSpPr>
          <p:cNvPr id="7" name="Date Placeholder 6"/>
          <p:cNvSpPr txBox="1">
            <a:spLocks noGrp="1"/>
          </p:cNvSpPr>
          <p:nvPr>
            <p:ph type="dt" sz="half" idx="10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/>
              <a:t>8/1/2011</a:t>
            </a:fld>
          </a:p>
        </p:txBody>
      </p:sp>
      <p:sp>
        <p:nvSpPr>
          <p:cNvPr id="8" name="Footer Placeholder 7"/>
          <p:cNvSpPr txBox="1">
            <a:spLocks noGrp="1"/>
          </p:cNvSpPr>
          <p:nvPr>
            <p:ph type="ftr" sz="quarter" idx="11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9" name="Slide Number Placeholder 8"/>
          <p:cNvSpPr txBox="1">
            <a:spLocks noGrp="1"/>
          </p:cNvSpPr>
          <p:nvPr>
            <p:ph type="sldNum" sz="quarter" idx="12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half" idx="10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/>
              <a:t>8/1/2011</a:t>
            </a:fld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11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12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 txBox="1">
            <a:spLocks noGrp="1"/>
          </p:cNvSpPr>
          <p:nvPr>
            <p:ph type="dt" sz="half" idx="10"/>
          </p:nvPr>
        </p:nvSpPr>
        <p:spPr>
          <a:xfrm rot="0">
            <a:off x="457200" y="6356350"/>
            <a:ext cx="21348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/>
              <a:t>8/1/2011</a:t>
            </a:fld>
          </a:p>
        </p:txBody>
      </p:sp>
      <p:sp>
        <p:nvSpPr>
          <p:cNvPr id="3" name="Footer Placeholder 2"/>
          <p:cNvSpPr txBox="1">
            <a:spLocks noGrp="1"/>
          </p:cNvSpPr>
          <p:nvPr>
            <p:ph type="ftr" sz="quarter" idx="11"/>
          </p:nvPr>
        </p:nvSpPr>
        <p:spPr>
          <a:xfrm rot="0">
            <a:off x="3124200" y="6356350"/>
            <a:ext cx="28968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12"/>
          </p:nvPr>
        </p:nvSpPr>
        <p:spPr>
          <a:xfrm rot="0">
            <a:off x="6553200" y="6356350"/>
            <a:ext cx="21348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457200" y="273050"/>
            <a:ext cx="3009265" cy="116268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 algn="l">
              <a:buFontTx/>
              <a:buNone/>
              <a:defRPr lang="en-GB" altLang="en-US" sz="2000" b="1"/>
            </a:lvl1pPr>
          </a:lstStyle>
          <a:p>
            <a:pPr marL="0" indent="0">
              <a:buFontTx/>
              <a:buNone/>
            </a:pPr>
            <a:r>
              <a:rPr lang="en-US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 txBox="1">
            <a:spLocks noGrp="1"/>
          </p:cNvSpPr>
          <p:nvPr>
            <p:ph type="obj" idx="1"/>
          </p:nvPr>
        </p:nvSpPr>
        <p:spPr>
          <a:xfrm rot="0">
            <a:off x="3575050" y="273050"/>
            <a:ext cx="5112385" cy="585406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>
              <a:buFontTx/>
              <a:buNone/>
              <a:defRPr lang="en-GB" altLang="en-US" sz="3200"/>
            </a:lvl1pPr>
            <a:lvl2pPr marL="0" indent="0" lvl="1">
              <a:buFontTx/>
              <a:buNone/>
              <a:defRPr lang="en-GB" altLang="en-US" sz="2800"/>
            </a:lvl2pPr>
            <a:lvl3pPr marL="0" indent="0" lvl="2">
              <a:buFontTx/>
              <a:buNone/>
              <a:defRPr lang="en-GB" altLang="en-US" sz="2400"/>
            </a:lvl3pPr>
            <a:lvl4pPr marL="0" indent="0" lvl="3">
              <a:buFontTx/>
              <a:buNone/>
              <a:defRPr lang="en-GB" altLang="en-US" sz="2000"/>
            </a:lvl4pPr>
            <a:lvl5pPr marL="0" indent="0" lvl="4">
              <a:buFontTx/>
              <a:buNone/>
              <a:defRPr lang="en-GB" altLang="en-US" sz="2000"/>
            </a:lvl5pPr>
            <a:lvl6pPr marL="0" indent="0" lvl="5">
              <a:buFontTx/>
              <a:buNone/>
              <a:defRPr lang="en-GB" altLang="en-US" sz="2000"/>
            </a:lvl6pPr>
            <a:lvl7pPr marL="0" indent="0" lvl="6">
              <a:buFontTx/>
              <a:buNone/>
              <a:defRPr lang="en-GB" altLang="en-US" sz="2000"/>
            </a:lvl7pPr>
            <a:lvl8pPr marL="0" indent="0" lvl="7">
              <a:buFontTx/>
              <a:buNone/>
              <a:defRPr lang="en-GB" altLang="en-US" sz="2000"/>
            </a:lvl8pPr>
            <a:lvl9pPr marL="0" indent="0" lvl="8">
              <a:buFontTx/>
              <a:buNone/>
              <a:defRPr lang="en-GB" altLang="en-US" sz="2000"/>
            </a:lvl9pPr>
          </a:lstStyle>
          <a:p>
            <a:pPr marL="342900" indent="-342900">
              <a:buFont typeface="Arial"/>
              <a:buChar char="•"/>
            </a:pPr>
            <a:r>
              <a:rPr lang="en-US"/>
              <a:t>Click to edit Master text styles</a:t>
            </a:r>
            <a:endParaRPr lang="ko-KR" altLang="en-US"/>
          </a:p>
          <a:p>
            <a:pPr marL="742950" indent="-285750" lvl="1">
              <a:buFont typeface="Arial"/>
              <a:buChar char="–"/>
            </a:pPr>
            <a:r>
              <a:rPr lang="en-US"/>
              <a:t>Second level</a:t>
            </a:r>
            <a:endParaRPr lang="ko-KR" altLang="en-US"/>
          </a:p>
          <a:p>
            <a:pPr marL="1143000" indent="-228600" lvl="2">
              <a:buFont typeface="Arial"/>
              <a:buChar char="•"/>
            </a:pPr>
            <a:r>
              <a:rPr lang="en-US"/>
              <a:t>Third level</a:t>
            </a:r>
            <a:endParaRPr lang="ko-KR" altLang="en-US"/>
          </a:p>
          <a:p>
            <a:pPr marL="1600200" indent="-228600" lvl="3">
              <a:buFont typeface="Arial"/>
              <a:buChar char="–"/>
            </a:pPr>
            <a:r>
              <a:rPr lang="en-US"/>
              <a:t>Fourth level</a:t>
            </a:r>
            <a:endParaRPr lang="ko-KR" altLang="en-US"/>
          </a:p>
          <a:p>
            <a:pPr marL="2057400" indent="-228600" lvl="4">
              <a:buFont typeface="Arial"/>
              <a:buChar char="»"/>
            </a:pPr>
            <a:r>
              <a:rPr lang="en-US"/>
              <a:t>Fifth level</a:t>
            </a:r>
            <a:endParaRPr lang="ko-KR" alt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sz="half" idx="2"/>
          </p:nvPr>
        </p:nvSpPr>
        <p:spPr>
          <a:xfrm rot="0">
            <a:off x="457200" y="1435100"/>
            <a:ext cx="3009265" cy="469201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>
              <a:buFontTx/>
              <a:buNone/>
              <a:defRPr lang="en-GB" altLang="en-US" sz="1400"/>
            </a:lvl1pPr>
            <a:lvl2pPr marL="457200" indent="0" lvl="1">
              <a:buFontTx/>
              <a:buNone/>
              <a:defRPr lang="en-GB" altLang="en-US" sz="1200"/>
            </a:lvl2pPr>
            <a:lvl3pPr marL="914400" indent="0" lvl="2">
              <a:buFontTx/>
              <a:buNone/>
              <a:defRPr lang="en-GB" altLang="en-US" sz="1000"/>
            </a:lvl3pPr>
            <a:lvl4pPr marL="1371600" indent="0" lvl="3">
              <a:buFontTx/>
              <a:buNone/>
              <a:defRPr lang="en-GB" altLang="en-US" sz="900"/>
            </a:lvl4pPr>
            <a:lvl5pPr marL="1828800" indent="0" lvl="4">
              <a:buFontTx/>
              <a:buNone/>
              <a:defRPr lang="en-GB" altLang="en-US" sz="900"/>
            </a:lvl5pPr>
            <a:lvl6pPr marL="2286000" indent="0" lvl="5">
              <a:buFontTx/>
              <a:buNone/>
              <a:defRPr lang="en-GB" altLang="en-US" sz="900"/>
            </a:lvl6pPr>
            <a:lvl7pPr marL="2743200" indent="0" lvl="6">
              <a:buFontTx/>
              <a:buNone/>
              <a:defRPr lang="en-GB" altLang="en-US" sz="900"/>
            </a:lvl7pPr>
            <a:lvl8pPr marL="3200400" indent="0" lvl="7">
              <a:buFontTx/>
              <a:buNone/>
              <a:defRPr lang="en-GB" altLang="en-US" sz="900"/>
            </a:lvl8pPr>
            <a:lvl9pPr marL="3657600" indent="0" lvl="8">
              <a:buFontTx/>
              <a:buNone/>
              <a:defRPr lang="en-GB" altLang="en-US" sz="900"/>
            </a:lvl9pPr>
          </a:lstStyle>
          <a:p>
            <a:pPr marL="0" indent="0">
              <a:buFontTx/>
              <a:buNone/>
            </a:pPr>
            <a:r>
              <a:rPr lang="en-US"/>
              <a:t>Click to edit Master text styles</a:t>
            </a:r>
            <a:endParaRPr lang="ko-KR" alt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10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/>
              <a:t>8/1/2011</a:t>
            </a:fld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11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12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1792605" y="4800600"/>
            <a:ext cx="5487035" cy="567690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 algn="l">
              <a:buFontTx/>
              <a:buNone/>
              <a:defRPr lang="en-GB" altLang="en-US" sz="2000" b="1"/>
            </a:lvl1pPr>
          </a:lstStyle>
          <a:p>
            <a:pPr marL="0" indent="0">
              <a:buFontTx/>
              <a:buNone/>
            </a:pPr>
            <a:r>
              <a:rPr lang="en-US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 txBox="1">
            <a:spLocks noGrp="1"/>
          </p:cNvSpPr>
          <p:nvPr>
            <p:ph type="pic" idx="1"/>
          </p:nvPr>
        </p:nvSpPr>
        <p:spPr>
          <a:xfrm rot="0">
            <a:off x="1792605" y="612775"/>
            <a:ext cx="5487035" cy="4115435"/>
          </a:xfrm>
          <a:prstGeom prst="rect"/>
        </p:spPr>
      </p:sp>
      <p:sp>
        <p:nvSpPr>
          <p:cNvPr id="4" name="Text Placeholder 3"/>
          <p:cNvSpPr txBox="1">
            <a:spLocks noGrp="1"/>
          </p:cNvSpPr>
          <p:nvPr>
            <p:ph type="body" sz="half" idx="2"/>
          </p:nvPr>
        </p:nvSpPr>
        <p:spPr>
          <a:xfrm rot="0">
            <a:off x="1792605" y="5367655"/>
            <a:ext cx="5487035" cy="80518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>
              <a:buFontTx/>
              <a:buNone/>
              <a:defRPr lang="en-GB" altLang="en-US" sz="1400"/>
            </a:lvl1pPr>
            <a:lvl2pPr marL="457200" indent="0" lvl="1">
              <a:buFontTx/>
              <a:buNone/>
              <a:defRPr lang="en-GB" altLang="en-US" sz="1200"/>
            </a:lvl2pPr>
            <a:lvl3pPr marL="914400" indent="0" lvl="2">
              <a:buFontTx/>
              <a:buNone/>
              <a:defRPr lang="en-GB" altLang="en-US" sz="1000"/>
            </a:lvl3pPr>
            <a:lvl4pPr marL="1371600" indent="0" lvl="3">
              <a:buFontTx/>
              <a:buNone/>
              <a:defRPr lang="en-GB" altLang="en-US" sz="900"/>
            </a:lvl4pPr>
            <a:lvl5pPr marL="1828800" indent="0" lvl="4">
              <a:buFontTx/>
              <a:buNone/>
              <a:defRPr lang="en-GB" altLang="en-US" sz="900"/>
            </a:lvl5pPr>
            <a:lvl6pPr marL="2286000" indent="0" lvl="5">
              <a:buFontTx/>
              <a:buNone/>
              <a:defRPr lang="en-GB" altLang="en-US" sz="900"/>
            </a:lvl6pPr>
            <a:lvl7pPr marL="2743200" indent="0" lvl="6">
              <a:buFontTx/>
              <a:buNone/>
              <a:defRPr lang="en-GB" altLang="en-US" sz="900"/>
            </a:lvl7pPr>
            <a:lvl8pPr marL="3200400" indent="0" lvl="7">
              <a:buFontTx/>
              <a:buNone/>
              <a:defRPr lang="en-GB" altLang="en-US" sz="900"/>
            </a:lvl8pPr>
            <a:lvl9pPr marL="3657600" indent="0" lvl="8">
              <a:buFontTx/>
              <a:buNone/>
              <a:defRPr lang="en-GB" altLang="en-US" sz="900"/>
            </a:lvl9pPr>
          </a:lstStyle>
          <a:p>
            <a:pPr marL="0" indent="0">
              <a:buFontTx/>
              <a:buNone/>
            </a:pPr>
            <a:r>
              <a:rPr lang="en-US"/>
              <a:t>Click to edit Master text styles</a:t>
            </a:r>
            <a:endParaRPr lang="ko-KR" alt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10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/>
              <a:t>8/1/2011</a:t>
            </a:fld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11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12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457200" y="274955"/>
            <a:ext cx="8230235" cy="114363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 rot="0">
            <a:off x="457200" y="1600200"/>
            <a:ext cx="8230235" cy="4526915"/>
          </a:xfrm>
          <a:prstGeom prst="rect"/>
        </p:spPr>
        <p:txBody>
          <a:bodyPr wrap="square" lIns="91440" tIns="45720" rIns="91440" bIns="45720" numCol="1" vert="eaVert" anchor="t">
            <a:normAutofit fontScale="100000" lnSpcReduction="0"/>
          </a:bodyPr>
          <a:lstStyle/>
          <a:p>
            <a:pPr marL="342900" indent="-342900">
              <a:buFont typeface="Arial"/>
              <a:buChar char="•"/>
            </a:pPr>
            <a:r>
              <a:rPr lang="en-US"/>
              <a:t>Click to edit Master text styles</a:t>
            </a:r>
            <a:endParaRPr lang="ko-KR" altLang="en-US"/>
          </a:p>
          <a:p>
            <a:pPr marL="742950" indent="-285750" lvl="1">
              <a:buFont typeface="Arial"/>
              <a:buChar char="–"/>
            </a:pPr>
            <a:r>
              <a:rPr lang="en-US"/>
              <a:t>Second level</a:t>
            </a:r>
            <a:endParaRPr lang="ko-KR" altLang="en-US"/>
          </a:p>
          <a:p>
            <a:pPr marL="1143000" indent="-228600" lvl="2">
              <a:buFont typeface="Arial"/>
              <a:buChar char="•"/>
            </a:pPr>
            <a:r>
              <a:rPr lang="en-US"/>
              <a:t>Third level</a:t>
            </a:r>
            <a:endParaRPr lang="ko-KR" altLang="en-US"/>
          </a:p>
          <a:p>
            <a:pPr marL="1600200" indent="-228600" lvl="3">
              <a:buFont typeface="Arial"/>
              <a:buChar char="–"/>
            </a:pPr>
            <a:r>
              <a:rPr lang="en-US"/>
              <a:t>Fourth level</a:t>
            </a:r>
            <a:endParaRPr lang="ko-KR" altLang="en-US"/>
          </a:p>
          <a:p>
            <a:pPr marL="2057400" indent="-228600" lvl="4">
              <a:buFont typeface="Arial"/>
              <a:buChar char="»"/>
            </a:pPr>
            <a:r>
              <a:rPr lang="en-US"/>
              <a:t>Fifth level</a:t>
            </a:r>
            <a:endParaRPr lang="ko-KR" alt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/>
              <a:t>8/1/2011</a:t>
            </a:fld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 txBox="1">
            <a:spLocks noGrp="1"/>
          </p:cNvSpPr>
          <p:nvPr>
            <p:ph type="title" orient="vert"/>
          </p:nvPr>
        </p:nvSpPr>
        <p:spPr>
          <a:xfrm rot="0">
            <a:off x="6629400" y="274955"/>
            <a:ext cx="2058035" cy="5852160"/>
          </a:xfrm>
          <a:prstGeom prst="rect"/>
        </p:spPr>
        <p:txBody>
          <a:bodyPr wrap="square" lIns="91440" tIns="45720" rIns="91440" bIns="45720" numCol="1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en-US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 rot="0">
            <a:off x="457200" y="274955"/>
            <a:ext cx="6020435" cy="5852160"/>
          </a:xfrm>
          <a:prstGeom prst="rect"/>
        </p:spPr>
        <p:txBody>
          <a:bodyPr wrap="square" lIns="91440" tIns="45720" rIns="91440" bIns="45720" numCol="1" vert="eaVert" anchor="t">
            <a:normAutofit fontScale="100000" lnSpcReduction="0"/>
          </a:bodyPr>
          <a:lstStyle/>
          <a:p>
            <a:pPr marL="342900" indent="-342900">
              <a:buFont typeface="Arial"/>
              <a:buChar char="•"/>
            </a:pPr>
            <a:r>
              <a:rPr lang="en-US"/>
              <a:t>Click to edit Master text styles</a:t>
            </a:r>
            <a:endParaRPr lang="ko-KR" altLang="en-US"/>
          </a:p>
          <a:p>
            <a:pPr marL="742950" indent="-285750" lvl="1">
              <a:buFont typeface="Arial"/>
              <a:buChar char="–"/>
            </a:pPr>
            <a:r>
              <a:rPr lang="en-US"/>
              <a:t>Second level</a:t>
            </a:r>
            <a:endParaRPr lang="ko-KR" altLang="en-US"/>
          </a:p>
          <a:p>
            <a:pPr marL="1143000" indent="-228600" lvl="2">
              <a:buFont typeface="Arial"/>
              <a:buChar char="•"/>
            </a:pPr>
            <a:r>
              <a:rPr lang="en-US"/>
              <a:t>Third level</a:t>
            </a:r>
            <a:endParaRPr lang="ko-KR" altLang="en-US"/>
          </a:p>
          <a:p>
            <a:pPr marL="1600200" indent="-228600" lvl="3">
              <a:buFont typeface="Arial"/>
              <a:buChar char="–"/>
            </a:pPr>
            <a:r>
              <a:rPr lang="en-US"/>
              <a:t>Fourth level</a:t>
            </a:r>
            <a:endParaRPr lang="ko-KR" altLang="en-US"/>
          </a:p>
          <a:p>
            <a:pPr marL="2057400" indent="-228600" lvl="4">
              <a:buFont typeface="Arial"/>
              <a:buChar char="»"/>
            </a:pPr>
            <a:r>
              <a:rPr lang="en-US"/>
              <a:t>Fifth level</a:t>
            </a:r>
            <a:endParaRPr lang="ko-KR" alt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457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/>
              <a:t>8/1/2011</a:t>
            </a:fld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3124200" y="6356350"/>
            <a:ext cx="2896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6553200" y="6356350"/>
            <a:ext cx="21342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image" Target="../media/image1.png"></Relationship><Relationship Id="rId4" Type="http://schemas.openxmlformats.org/officeDocument/2006/relationships/image" Target="../media/image3.png"></Relationship><Relationship Id="rId5" Type="http://schemas.openxmlformats.org/officeDocument/2006/relationships/image" Target="../media/image4.png"></Relationship><Relationship Id="rId6" Type="http://schemas.openxmlformats.org/officeDocument/2006/relationships/image" Target="../media/image5.png"></Relationship><Relationship Id="rId7" Type="http://schemas.openxmlformats.org/officeDocument/2006/relationships/image" Target="../media/image6.png"></Relationship><Relationship Id="rId8" Type="http://schemas.openxmlformats.org/officeDocument/2006/relationships/image" Target="../media/image7.png"></Relationship><Relationship Id="rId9" Type="http://schemas.openxmlformats.org/officeDocument/2006/relationships/image" Target="../media/fImage113841441.png"></Relationship><Relationship Id="rId10" Type="http://schemas.openxmlformats.org/officeDocument/2006/relationships/slideLayout" Target="../slideLayouts/slideLayout7.xml"></Relationship></Relationships>
</file>

<file path=ppt/slides/_rels/slide2.xml.rels><?xml version="1.0" encoding="UTF-8"?>
<Relationships xmlns="http://schemas.openxmlformats.org/package/2006/relationships"><Relationship Id="rId10" Type="http://schemas.openxmlformats.org/officeDocument/2006/relationships/image" Target="../media/image3.png"></Relationship><Relationship Id="rId11" Type="http://schemas.openxmlformats.org/officeDocument/2006/relationships/image" Target="../media/image4.png"></Relationship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4.png"></Relationship><Relationship Id="rId7" Type="http://schemas.openxmlformats.org/officeDocument/2006/relationships/image" Target="../media/image15.png"></Relationship><Relationship Id="rId8" Type="http://schemas.openxmlformats.org/officeDocument/2006/relationships/image" Target="../media/image16.png"></Relationship><Relationship Id="rId9" Type="http://schemas.openxmlformats.org/officeDocument/2006/relationships/image" Target="../media/image17.png"></Relationship><Relationship Id="rId12" Type="http://schemas.openxmlformats.org/officeDocument/2006/relationships/slideLayout" Target="../slideLayouts/slideLayout7.xml"></Relationship></Relationships>
</file>

<file path=ppt/slides/_rels/slide3.xml.rels><?xml version="1.0" encoding="UTF-8"?>
<Relationships xmlns="http://schemas.openxmlformats.org/package/2006/relationships"><Relationship Id="rId2" Type="http://schemas.openxmlformats.org/officeDocument/2006/relationships/image" Target="../media/image1.png"></Relationship><Relationship Id="rId3" Type="http://schemas.openxmlformats.org/officeDocument/2006/relationships/image" Target="../media/image2.png"></Relationship><Relationship Id="rId4" Type="http://schemas.openxmlformats.org/officeDocument/2006/relationships/image" Target="../media/image3.png"></Relationship><Relationship Id="rId5" Type="http://schemas.openxmlformats.org/officeDocument/2006/relationships/image" Target="../media/image4.png"></Relationship><Relationship Id="rId6" Type="http://schemas.openxmlformats.org/officeDocument/2006/relationships/image" Target="../media/image5.png"></Relationship><Relationship Id="rId7" Type="http://schemas.openxmlformats.org/officeDocument/2006/relationships/image" Target="../media/image6.png"></Relationship><Relationship Id="rId8" Type="http://schemas.openxmlformats.org/officeDocument/2006/relationships/image" Target="../media/image7.png"></Relationship><Relationship Id="rId9" Type="http://schemas.openxmlformats.org/officeDocument/2006/relationships/slideLayout" Target="../slideLayouts/slideLayout7.xml"></Relationship></Relationships>
</file>

<file path=ppt/slides/_rels/slide4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fImage3740838641.png"></Relationship><Relationship Id="rId8" Type="http://schemas.openxmlformats.org/officeDocument/2006/relationships/image" Target="../media/image3.png"></Relationship><Relationship Id="rId9" Type="http://schemas.openxmlformats.org/officeDocument/2006/relationships/image" Target="../media/image4.png"></Relationship><Relationship Id="rId10" Type="http://schemas.openxmlformats.org/officeDocument/2006/relationships/slideLayout" Target="../slideLayouts/slideLayout7.xml"></Relationship></Relationships>
</file>

<file path=ppt/slides/_rels/slide5.xml.rels><?xml version="1.0" encoding="UTF-8"?>
<Relationships xmlns="http://schemas.openxmlformats.org/package/2006/relationships"><Relationship Id="rId12" Type="http://schemas.openxmlformats.org/officeDocument/2006/relationships/image" Target="../media/image3.png"></Relationship><Relationship Id="rId13" Type="http://schemas.openxmlformats.org/officeDocument/2006/relationships/image" Target="../media/image4.png"></Relationship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14" Type="http://schemas.openxmlformats.org/officeDocument/2006/relationships/slideLayout" Target="../slideLayouts/slideLayout7.xml"></Relationship></Relationships>
</file>

<file path=ppt/slides/_rels/slide6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88005408467.png"></Relationship><Relationship Id="rId10" Type="http://schemas.openxmlformats.org/officeDocument/2006/relationships/image" Target="../media/fImage206725446334.png"></Relationship><Relationship Id="rId11" Type="http://schemas.openxmlformats.org/officeDocument/2006/relationships/image" Target="../media/fImage206245486500.png"></Relationship><Relationship Id="rId12" Type="http://schemas.openxmlformats.org/officeDocument/2006/relationships/image" Target="../media/fImage137515499169.png"></Relationship><Relationship Id="rId13" Type="http://schemas.openxmlformats.org/officeDocument/2006/relationships/image" Target="../media/fImage206245505724.png"></Relationship><Relationship Id="rId14" Type="http://schemas.openxmlformats.org/officeDocument/2006/relationships/image" Target="../media/fImage71795511478.png"></Relationship><Relationship Id="rId15" Type="http://schemas.openxmlformats.org/officeDocument/2006/relationships/image" Target="../media/fImage34025529358.png"></Relationship><Relationship Id="rId16" Type="http://schemas.openxmlformats.org/officeDocument/2006/relationships/image" Target="../media/fImage64735536962.jpeg"></Relationship><Relationship Id="rId17" Type="http://schemas.openxmlformats.org/officeDocument/2006/relationships/image" Target="../media/fImage60385544464.jpeg"></Relationship><Relationship Id="rId18" Type="http://schemas.openxmlformats.org/officeDocument/2006/relationships/image" Target="../media/fImage62215555705.jpeg"></Relationship><Relationship Id="rId19" Type="http://schemas.openxmlformats.org/officeDocument/2006/relationships/image" Target="../media/fImage70055568145.jpeg"></Relationship><Relationship Id="rId20" Type="http://schemas.openxmlformats.org/officeDocument/2006/relationships/image" Target="../media/fImage45165573281.jpeg"></Relationship><Relationship Id="rId21" Type="http://schemas.openxmlformats.org/officeDocument/2006/relationships/image" Target="../media/fImage41445596827.png"></Relationship><Relationship Id="rId22" Type="http://schemas.openxmlformats.org/officeDocument/2006/relationships/image" Target="../media/fImage20075609961.png"></Relationship><Relationship Id="rId23" Type="http://schemas.openxmlformats.org/officeDocument/2006/relationships/image" Target="../media/fImage60325561491.png"></Relationship><Relationship Id="rId24" Type="http://schemas.openxmlformats.org/officeDocument/2006/relationships/image" Target="../media/fImage122285632995.png"></Relationship><Relationship Id="rId25" Type="http://schemas.openxmlformats.org/officeDocument/2006/relationships/image" Target="../media/fImage130655651942.png"></Relationship><Relationship Id="rId26" Type="http://schemas.openxmlformats.org/officeDocument/2006/relationships/image" Target="../media/fImage9248110741.jpeg"></Relationship><Relationship Id="rId27" Type="http://schemas.openxmlformats.org/officeDocument/2006/relationships/slideLayout" Target="../slideLayouts/slideLayout7.xml"></Relationship></Relationships>
</file>

<file path=ppt/slides/_rels/slide7.xml.rels><?xml version="1.0" encoding="UTF-8"?>
<Relationships xmlns="http://schemas.openxmlformats.org/package/2006/relationships"><Relationship Id="rId11" Type="http://schemas.openxmlformats.org/officeDocument/2006/relationships/image" Target="../media/image15.png"></Relationship><Relationship Id="rId12" Type="http://schemas.openxmlformats.org/officeDocument/2006/relationships/image" Target="../media/image16.png"></Relationship><Relationship Id="rId13" Type="http://schemas.openxmlformats.org/officeDocument/2006/relationships/image" Target="../media/image26.png"></Relationship><Relationship Id="rId14" Type="http://schemas.openxmlformats.org/officeDocument/2006/relationships/image" Target="../media/image17.png"></Relationship><Relationship Id="rId15" Type="http://schemas.openxmlformats.org/officeDocument/2006/relationships/image" Target="../media/image3.png"></Relationship><Relationship Id="rId16" Type="http://schemas.openxmlformats.org/officeDocument/2006/relationships/image" Target="../media/image4.png"></Relationship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21.png"></Relationship><Relationship Id="rId22" Type="http://schemas.openxmlformats.org/officeDocument/2006/relationships/image" Target="../media/fImage13221110941.png"></Relationship><Relationship Id="rId23" Type="http://schemas.openxmlformats.org/officeDocument/2006/relationships/image" Target="../media/fImage1077911108467.png"></Relationship><Relationship Id="rId24" Type="http://schemas.openxmlformats.org/officeDocument/2006/relationships/image" Target="../media/fImage1077511116334.png"></Relationship><Relationship Id="rId25" Type="http://schemas.openxmlformats.org/officeDocument/2006/relationships/image" Target="../media/fImage1117211126500.png"></Relationship><Relationship Id="rId26" Type="http://schemas.openxmlformats.org/officeDocument/2006/relationships/image" Target="../media/fImage1080511139169.png"></Relationship><Relationship Id="rId27" Type="http://schemas.openxmlformats.org/officeDocument/2006/relationships/slideLayout" Target="../slideLayouts/slideLayout7.xml"></Relationship></Relationships>
</file>

<file path=ppt/slides/_rels/slide8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slideLayout" Target="../slideLayouts/slideLayout7.xml"></Relationship></Relationships>
</file>

<file path=ppt/slides/_rels/slide9.xml.rels><?xml version="1.0" encoding="UTF-8"?>
<Relationships xmlns="http://schemas.openxmlformats.org/package/2006/relationships"><Relationship Id="rId2" Type="http://schemas.openxmlformats.org/officeDocument/2006/relationships/image" Target="../media/image1.png"></Relationship><Relationship Id="rId3" Type="http://schemas.openxmlformats.org/officeDocument/2006/relationships/image" Target="../media/image2.png"></Relationship><Relationship Id="rId4" Type="http://schemas.openxmlformats.org/officeDocument/2006/relationships/image" Target="../media/image3.png"></Relationship><Relationship Id="rId5" Type="http://schemas.openxmlformats.org/officeDocument/2006/relationships/image" Target="../media/image4.png"></Relationship><Relationship Id="rId6" Type="http://schemas.openxmlformats.org/officeDocument/2006/relationships/image" Target="../media/image5.png"></Relationship><Relationship Id="rId7" Type="http://schemas.openxmlformats.org/officeDocument/2006/relationships/image" Target="../media/image6.png"></Relationship><Relationship Id="rId8" Type="http://schemas.openxmlformats.org/officeDocument/2006/relationships/image" Target="../media/image7.png"></Relationship><Relationship Id="rId9" Type="http://schemas.openxmlformats.org/officeDocument/2006/relationships/slideLayout" Target="../slideLayouts/slideLayout7.xml"></Relationship></Relationships>
</file>

<file path=ppt/slides/_rels/slide10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10" Type="http://schemas.openxmlformats.org/officeDocument/2006/relationships/image" Target="../media/fImage154678151941.png"></Relationship><Relationship Id="rId11" Type="http://schemas.openxmlformats.org/officeDocument/2006/relationships/slideLayout" Target="../slideLayouts/slideLayout3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5223215138467.png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1998315186334.png"></Relationship></Relationships>
</file>

<file path=ppt/slides/_rels/slide13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5694913486500.png"></Relationship><Relationship Id="rId10" Type="http://schemas.openxmlformats.org/officeDocument/2006/relationships/slideLayout" Target="../slideLayouts/slideLayout3.xm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5070313469169.png"></Relationship></Relationships>
</file>

<file path=ppt/slides/_rels/slide15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2010614915724.png"></Relationship><Relationship Id="rId10" Type="http://schemas.openxmlformats.org/officeDocument/2006/relationships/slideLayout" Target="../slideLayouts/slideLayout3.xml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3865913451478.png"></Relationship></Relationships>
</file>

<file path=ppt/slides/_rels/slide17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3862513499358.png"></Relationship><Relationship Id="rId10" Type="http://schemas.openxmlformats.org/officeDocument/2006/relationships/slideLayout" Target="../slideLayouts/slideLayout7.xml"></Relationship></Relationships>
</file>

<file path=ppt/slides/_rels/slide18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4063913916962.png"></Relationship><Relationship Id="rId10" Type="http://schemas.openxmlformats.org/officeDocument/2006/relationships/slideLayout" Target="../slideLayouts/slideLayout7.xml"></Relationship></Relationships>
</file>

<file path=ppt/slides/_rels/slide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2791114554464.png"></Relationship></Relationships>
</file>

<file path=ppt/slides/_rels/slide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5298314565705.png"></Relationship></Relationships>
</file>

<file path=ppt/slides/_rels/slide2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3102714578145.png"></Relationship></Relationships>
</file>

<file path=ppt/slides/_rels/slide22.xml.rels><?xml version="1.0" encoding="UTF-8"?>
<Relationships xmlns="http://schemas.openxmlformats.org/package/2006/relationships"><Relationship Id="rId2" Type="http://schemas.openxmlformats.org/officeDocument/2006/relationships/image" Target="../media/image1.png"></Relationship><Relationship Id="rId3" Type="http://schemas.openxmlformats.org/officeDocument/2006/relationships/image" Target="../media/image2.png"></Relationship><Relationship Id="rId4" Type="http://schemas.openxmlformats.org/officeDocument/2006/relationships/image" Target="../media/image3.png"></Relationship><Relationship Id="rId5" Type="http://schemas.openxmlformats.org/officeDocument/2006/relationships/image" Target="../media/image4.png"></Relationship><Relationship Id="rId6" Type="http://schemas.openxmlformats.org/officeDocument/2006/relationships/image" Target="../media/image5.png"></Relationship><Relationship Id="rId7" Type="http://schemas.openxmlformats.org/officeDocument/2006/relationships/image" Target="../media/image6.png"></Relationship><Relationship Id="rId8" Type="http://schemas.openxmlformats.org/officeDocument/2006/relationships/image" Target="../media/image7.png"></Relationship><Relationship Id="rId9" Type="http://schemas.openxmlformats.org/officeDocument/2006/relationships/slideLayout" Target="../slideLayouts/slideLayout7.xml"></Relationship></Relationships>
</file>

<file path=ppt/slides/_rels/slide23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slideLayout" Target="../slideLayouts/slideLayout7.xml"></Relationship></Relationships>
</file>

<file path=ppt/slides/_rels/slide24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7514413216334.png"></Relationship><Relationship Id="rId10" Type="http://schemas.openxmlformats.org/officeDocument/2006/relationships/slideLayout" Target="../slideLayouts/slideLayout7.xml"></Relationship></Relationships>
</file>

<file path=ppt/slides/_rels/slide25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5941215393281.png"></Relationship><Relationship Id="rId10" Type="http://schemas.openxmlformats.org/officeDocument/2006/relationships/slideLayout" Target="../slideLayouts/slideLayout7.xml"></Relationship></Relationships>
</file>

<file path=ppt/slides/_rels/slide26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11765810859358.png"></Relationship><Relationship Id="rId10" Type="http://schemas.openxmlformats.org/officeDocument/2006/relationships/slideLayout" Target="../slideLayouts/slideLayout7.xml"></Relationship></Relationships>
</file>

<file path=ppt/slides/_rels/slide27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11765811086962.png"></Relationship><Relationship Id="rId10" Type="http://schemas.openxmlformats.org/officeDocument/2006/relationships/slideLayout" Target="../slideLayouts/slideLayout7.xml"></Relationship></Relationships>
</file>

<file path=ppt/slides/_rels/slide28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11765810874464.png"></Relationship><Relationship Id="rId10" Type="http://schemas.openxmlformats.org/officeDocument/2006/relationships/slideLayout" Target="../slideLayouts/slideLayout7.xml"></Relationship></Relationships>
</file>

<file path=ppt/slides/_rels/slide29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8234215416827.png"></Relationship><Relationship Id="rId10" Type="http://schemas.openxmlformats.org/officeDocument/2006/relationships/slideLayout" Target="../slideLayouts/slideLayout7.xml"></Relationship></Relationships>
</file>

<file path=ppt/slides/_rels/slide30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10" Type="http://schemas.openxmlformats.org/officeDocument/2006/relationships/image" Target="../media/fImage127478125441.png"></Relationship><Relationship Id="rId11" Type="http://schemas.openxmlformats.org/officeDocument/2006/relationships/slideLayout" Target="../slideLayouts/slideLayout7.xml"></Relationship></Relationships>
</file>

<file path=ppt/slides/_rels/slide31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8" Type="http://schemas.openxmlformats.org/officeDocument/2006/relationships/image" Target="../media/image3.png"></Relationship><Relationship Id="rId9" Type="http://schemas.openxmlformats.org/officeDocument/2006/relationships/image" Target="../media/image4.png"></Relationship><Relationship Id="rId10" Type="http://schemas.openxmlformats.org/officeDocument/2006/relationships/image" Target="../media/fImage26989213546334.png"></Relationship><Relationship Id="rId11" Type="http://schemas.openxmlformats.org/officeDocument/2006/relationships/slideLayout" Target="../slideLayouts/slideLayout7.xml"></Relationship></Relationships>
</file>

<file path=ppt/slides/_rels/slide3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26989214886500.png"></Relationship></Relationships>
</file>

<file path=ppt/slides/_rels/slide3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35297515035724.png"></Relationship></Relationships>
</file>

<file path=ppt/slides/_rels/slide3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35059715009169.png"></Relationship></Relationships>
</file>

<file path=ppt/slides/_rels/slide3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35059715011478.png"></Relationship></Relationships>
</file>

<file path=ppt/slides/_rels/slide3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1.png"></Relationship><Relationship Id="rId3" Type="http://schemas.openxmlformats.org/officeDocument/2006/relationships/image" Target="../media/image2.png"></Relationship><Relationship Id="rId4" Type="http://schemas.openxmlformats.org/officeDocument/2006/relationships/image" Target="../media/image3.png"></Relationship><Relationship Id="rId5" Type="http://schemas.openxmlformats.org/officeDocument/2006/relationships/image" Target="../media/image4.png"></Relationship><Relationship Id="rId6" Type="http://schemas.openxmlformats.org/officeDocument/2006/relationships/image" Target="../media/image5.png"></Relationship><Relationship Id="rId7" Type="http://schemas.openxmlformats.org/officeDocument/2006/relationships/image" Target="../media/image6.png"></Relationship><Relationship Id="rId8" Type="http://schemas.openxmlformats.org/officeDocument/2006/relationships/image" Target="../media/image7.png"></Relationship></Relationships>
</file>

<file path=ppt/slides/_rels/slide37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8" Type="http://schemas.openxmlformats.org/officeDocument/2006/relationships/image" Target="../media/image3.png"></Relationship><Relationship Id="rId9" Type="http://schemas.openxmlformats.org/officeDocument/2006/relationships/image" Target="../media/image4.png"></Relationship><Relationship Id="rId10" Type="http://schemas.openxmlformats.org/officeDocument/2006/relationships/image" Target="../media/fImage411526151741.png"></Relationship><Relationship Id="rId11" Type="http://schemas.openxmlformats.org/officeDocument/2006/relationships/slideLayout" Target="../slideLayouts/slideLayout7.xml"></Relationship></Relationships>
</file>

<file path=ppt/slides/_rels/slide38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38585125341.png"></Relationship><Relationship Id="rId10" Type="http://schemas.openxmlformats.org/officeDocument/2006/relationships/slideLayout" Target="../slideLayouts/slideLayout7.xml"></Relationship></Relationships>
</file>

<file path=ppt/slides/_rels/slide39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4157212558467.png"></Relationship><Relationship Id="rId10" Type="http://schemas.openxmlformats.org/officeDocument/2006/relationships/slideLayout" Target="../slideLayouts/slideLayout7.xml"></Relationship></Relationships>
</file>

<file path=ppt/slides/_rels/slide4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5113012386334.png"></Relationship><Relationship Id="rId10" Type="http://schemas.openxmlformats.org/officeDocument/2006/relationships/image" Target="../media/fImage1379715168467.png"></Relationship></Relationships>
</file>

<file path=ppt/slides/_rels/slide41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10" Type="http://schemas.openxmlformats.org/officeDocument/2006/relationships/image" Target="../media/fImage2554612396500.png"></Relationship><Relationship Id="rId11" Type="http://schemas.openxmlformats.org/officeDocument/2006/relationships/slideLayout" Target="../slideLayouts/slideLayout7.xml"></Relationship></Relationships>
</file>

<file path=ppt/slides/_rels/slide42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29569814296334.png"></Relationship><Relationship Id="rId10" Type="http://schemas.openxmlformats.org/officeDocument/2006/relationships/slideLayout" Target="../slideLayouts/slideLayout7.xml"></Relationship></Relationships>
</file>

<file path=ppt/slides/_rels/slide4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10343514306500.png"></Relationship></Relationships>
</file>

<file path=ppt/slides/_rels/slide4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12.png"></Relationship><Relationship Id="rId3" Type="http://schemas.openxmlformats.org/officeDocument/2006/relationships/image" Target="../media/image5.png"></Relationship><Relationship Id="rId4" Type="http://schemas.openxmlformats.org/officeDocument/2006/relationships/image" Target="../media/image1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4784814339169.png"></Relationship></Relationships>
</file>

<file path=ppt/slides/_rels/slide45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56425114355724.png"></Relationship><Relationship Id="rId10" Type="http://schemas.openxmlformats.org/officeDocument/2006/relationships/slideLayout" Target="../slideLayouts/slideLayout7.xml"></Relationship></Relationships>
</file>

<file path=ppt/slides/_rels/slide4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18652814361478.png"></Relationship></Relationships>
</file>

<file path=ppt/slides/_rels/slide4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4800114379358.png"></Relationship></Relationships>
</file>

<file path=ppt/slides/_rels/slide48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313812419169.png"></Relationship><Relationship Id="rId10" Type="http://schemas.openxmlformats.org/officeDocument/2006/relationships/image" Target="../media/fImage5839812425724.png"></Relationship><Relationship Id="rId11" Type="http://schemas.openxmlformats.org/officeDocument/2006/relationships/slideLayout" Target="../slideLayouts/slideLayout7.xml"></Relationship></Relationships>
</file>

<file path=ppt/slides/_rels/slide49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7797312499358.png"></Relationship><Relationship Id="rId10" Type="http://schemas.openxmlformats.org/officeDocument/2006/relationships/slideLayout" Target="../slideLayouts/slideLayout7.xml"></Relationship></Relationships>
</file>

<file path=ppt/slides/_rels/slide50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7418212581478.png"></Relationship><Relationship Id="rId10" Type="http://schemas.openxmlformats.org/officeDocument/2006/relationships/slideLayout" Target="../slideLayouts/slideLayout7.xml"></Relationship></Relationships>
</file>

<file path=ppt/slides/_rels/slide51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.png"></Relationship><Relationship Id="rId8" Type="http://schemas.openxmlformats.org/officeDocument/2006/relationships/image" Target="../media/image4.png"></Relationship><Relationship Id="rId9" Type="http://schemas.openxmlformats.org/officeDocument/2006/relationships/image" Target="../media/fImage4296412646962.png"></Relationship><Relationship Id="rId10" Type="http://schemas.openxmlformats.org/officeDocument/2006/relationships/slideLayout" Target="../slideLayouts/slideLayout7.xml"></Relationship></Relationships>
</file>

<file path=ppt/slides/_rels/slide52.xml.rels><?xml version="1.0" encoding="UTF-8"?>
<Relationships xmlns="http://schemas.openxmlformats.org/package/2006/relationships"><Relationship Id="rId2" Type="http://schemas.openxmlformats.org/officeDocument/2006/relationships/image" Target="../media/image1.png"></Relationship><Relationship Id="rId3" Type="http://schemas.openxmlformats.org/officeDocument/2006/relationships/image" Target="../media/image2.png"></Relationship><Relationship Id="rId4" Type="http://schemas.openxmlformats.org/officeDocument/2006/relationships/image" Target="../media/image3.png"></Relationship><Relationship Id="rId5" Type="http://schemas.openxmlformats.org/officeDocument/2006/relationships/image" Target="../media/image4.png"></Relationship><Relationship Id="rId6" Type="http://schemas.openxmlformats.org/officeDocument/2006/relationships/image" Target="../media/image5.png"></Relationship><Relationship Id="rId7" Type="http://schemas.openxmlformats.org/officeDocument/2006/relationships/image" Target="../media/image6.png"></Relationship><Relationship Id="rId8" Type="http://schemas.openxmlformats.org/officeDocument/2006/relationships/image" Target="../media/image7.png"></Relationship><Relationship Id="rId9" Type="http://schemas.openxmlformats.org/officeDocument/2006/relationships/hyperlink" Target="http://192.168.219.120:8080/bbs/main.do" TargetMode="External"></Relationship><Relationship Id="rId10" Type="http://schemas.openxmlformats.org/officeDocument/2006/relationships/slideLayout" Target="../slideLayouts/slideLayout7.xml"></Relationship></Relationships>
</file>

<file path=ppt/slides/_rels/slide53.xml.rels><?xml version="1.0" encoding="UTF-8"?>
<Relationships xmlns="http://schemas.openxmlformats.org/package/2006/relationships"><Relationship Id="rId14" Type="http://schemas.openxmlformats.org/officeDocument/2006/relationships/image" Target="../media/image3.png"></Relationship><Relationship Id="rId15" Type="http://schemas.openxmlformats.org/officeDocument/2006/relationships/image" Target="../media/image4.png"></Relationship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17.png"></Relationship><Relationship Id="rId7" Type="http://schemas.openxmlformats.org/officeDocument/2006/relationships/image" Target="../media/image31.png"></Relationship><Relationship Id="rId16" Type="http://schemas.openxmlformats.org/officeDocument/2006/relationships/slideLayout" Target="../slideLayouts/slideLayout7.xml"></Relationship></Relationships>
</file>

<file path=ppt/slides/_rels/slide54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image" Target="../media/image1.png"></Relationship><Relationship Id="rId4" Type="http://schemas.openxmlformats.org/officeDocument/2006/relationships/image" Target="../media/image12.png"></Relationship><Relationship Id="rId5" Type="http://schemas.openxmlformats.org/officeDocument/2006/relationships/image" Target="../media/image13.png"></Relationship><Relationship Id="rId6" Type="http://schemas.openxmlformats.org/officeDocument/2006/relationships/image" Target="../media/image3.png"></Relationship><Relationship Id="rId7" Type="http://schemas.openxmlformats.org/officeDocument/2006/relationships/image" Target="../media/image4.png"></Relationship><Relationship Id="rId8" Type="http://schemas.openxmlformats.org/officeDocument/2006/relationships/slideLayout" Target="../slideLayouts/slideLayout7.xml"></Relationship></Relationships>
</file>

<file path=ppt/slides/_rels/slide55.xml.rels><?xml version="1.0" encoding="UTF-8"?>
<Relationships xmlns="http://schemas.openxmlformats.org/package/2006/relationships"><Relationship Id="rId11" Type="http://schemas.openxmlformats.org/officeDocument/2006/relationships/image" Target="../media/image3.png"></Relationship><Relationship Id="rId12" Type="http://schemas.openxmlformats.org/officeDocument/2006/relationships/image" Target="../media/image4.png"></Relationship><Relationship Id="rId2" Type="http://schemas.openxmlformats.org/officeDocument/2006/relationships/image" Target="../media/image1.png"></Relationship><Relationship Id="rId3" Type="http://schemas.openxmlformats.org/officeDocument/2006/relationships/image" Target="../media/image2.png"></Relationship><Relationship Id="rId4" Type="http://schemas.openxmlformats.org/officeDocument/2006/relationships/image" Target="../media/image5.png"></Relationship><Relationship Id="rId5" Type="http://schemas.openxmlformats.org/officeDocument/2006/relationships/image" Target="../media/image6.png"></Relationship><Relationship Id="rId6" Type="http://schemas.openxmlformats.org/officeDocument/2006/relationships/image" Target="../media/image7.png"></Relationship><Relationship Id="rId13" Type="http://schemas.openxmlformats.org/officeDocument/2006/relationships/slideLayout" Target="../slideLayouts/slideLayout7.xml"></Relationship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74700" y="469900"/>
            <a:ext cx="139700" cy="9359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9740" cy="16550640"/>
          </a:xfrm>
          <a:prstGeom prst="rect"/>
          <a:solidFill>
            <a:srgbClr val="FFFFFF"/>
          </a:solidFill>
        </p:spPr>
      </p:pic>
      <p:grpSp>
        <p:nvGrpSpPr>
          <p:cNvPr id="37" name="그룹 31"/>
          <p:cNvGrpSpPr>
            <a:grpSpLocks/>
          </p:cNvGrpSpPr>
          <p:nvPr/>
        </p:nvGrpSpPr>
        <p:grpSpPr>
          <a:xfrm rot="0">
            <a:off x="533400" y="1029335"/>
            <a:ext cx="991235" cy="2096135"/>
            <a:chOff x="533400" y="1029335"/>
            <a:chExt cx="991235" cy="2096135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0535" cy="470535"/>
            </a:xfrm>
            <a:prstGeom prst="rect"/>
            <a:noFill/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135" cy="140335"/>
            </a:xfrm>
            <a:prstGeom prst="rect"/>
            <a:noFill/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135" cy="140335"/>
            </a:xfrm>
            <a:prstGeom prst="rect"/>
            <a:noFill/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0535" cy="470535"/>
            </a:xfrm>
            <a:prstGeom prst="rect"/>
            <a:noFill/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135" cy="140335"/>
            </a:xfrm>
            <a:prstGeom prst="rect"/>
            <a:noFill/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135" cy="140335"/>
            </a:xfrm>
            <a:prstGeom prst="rect"/>
            <a:noFill/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0535" cy="470535"/>
            </a:xfrm>
            <a:prstGeom prst="rect"/>
            <a:noFill/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135" cy="140335"/>
            </a:xfrm>
            <a:prstGeom prst="rect"/>
            <a:noFill/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135" cy="140335"/>
            </a:xfrm>
            <a:prstGeom prst="rect"/>
            <a:noFill/>
          </p:spPr>
        </p:pic>
      </p:grpSp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6435" cy="1207135"/>
          </a:xfrm>
          <a:prstGeom prst="rect"/>
          <a:noFill/>
        </p:spPr>
      </p:pic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357600" y="368300"/>
            <a:ext cx="394970" cy="9564370"/>
          </a:xfrm>
          <a:prstGeom prst="rect"/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bg1">
                <a:alpha val="100000"/>
              </a:schemeClr>
            </a:solidFill>
            <a:prstDash val="solid"/>
            <a:round/>
          </a:ln>
        </p:spPr>
      </p:pic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042160" y="5385435"/>
            <a:ext cx="13907770" cy="13970"/>
          </a:xfrm>
          <a:prstGeom prst="rect"/>
          <a:noFill/>
          <a:effectLst>
            <a:outerShdw sx="100000" sy="100000" blurRad="3" dist="1649" dir="2700000" rotWithShape="1">
              <a:srgbClr val="262713">
                <a:alpha val="49411"/>
              </a:srgbClr>
            </a:outerShdw>
          </a:effectLst>
        </p:spPr>
      </p:pic>
      <p:sp>
        <p:nvSpPr>
          <p:cNvPr id="36" name="TextBox 36"/>
          <p:cNvSpPr txBox="1">
            <a:spLocks/>
          </p:cNvSpPr>
          <p:nvPr/>
        </p:nvSpPr>
        <p:spPr>
          <a:xfrm>
            <a:off x="3319780" y="3261995"/>
            <a:ext cx="10885805" cy="19958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ctr">
              <a:lnSpc>
                <a:spcPct val="124499"/>
              </a:lnSpc>
              <a:buFontTx/>
              <a:buNone/>
            </a:pPr>
            <a:r>
              <a:rPr lang="ko-KR" sz="9000" i="0" b="0" strike="noStrike">
                <a:solidFill>
                  <a:srgbClr val="677D6A"/>
                </a:solidFill>
                <a:latin typeface="SB AggroOTF Medium" charset="0"/>
              </a:rPr>
              <a:t>Mini Project 2th</a:t>
            </a:r>
            <a:endParaRPr lang="ko-KR" altLang="en-US" sz="9000" i="0" b="0" strike="noStrike">
              <a:solidFill>
                <a:srgbClr val="677D6A"/>
              </a:solidFill>
              <a:latin typeface="SB AggroOTF Medium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15697200" y="2273300"/>
            <a:ext cx="3225800" cy="1206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74700" y="469900"/>
            <a:ext cx="139700" cy="9359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4470400" y="-3136900"/>
            <a:ext cx="9347200" cy="1654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891000" y="368300"/>
            <a:ext cx="241300" cy="956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4998720" y="3111500"/>
            <a:ext cx="10466070" cy="788670"/>
          </a:xfrm>
          <a:prstGeom prst="rect"/>
          <a:noFill/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4998720" y="4089400"/>
            <a:ext cx="10466070" cy="788670"/>
          </a:xfrm>
          <a:prstGeom prst="rect"/>
          <a:noFill/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4998720" y="5054600"/>
            <a:ext cx="10466070" cy="788670"/>
          </a:xfrm>
          <a:prstGeom prst="rect"/>
          <a:noFill/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4998720" y="6032500"/>
            <a:ext cx="10466070" cy="788670"/>
          </a:xfrm>
          <a:prstGeom prst="rect"/>
          <a:noFill/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4998720" y="7010400"/>
            <a:ext cx="10466070" cy="788670"/>
          </a:xfrm>
          <a:prstGeom prst="rect"/>
          <a:noFill/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4998720" y="7988300"/>
            <a:ext cx="10466070" cy="788670"/>
          </a:xfrm>
          <a:prstGeom prst="rect"/>
          <a:noFill/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4638020" y="3314700"/>
            <a:ext cx="382270" cy="382270"/>
          </a:xfrm>
          <a:prstGeom prst="rect"/>
          <a:noFill/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4765020" y="3403600"/>
            <a:ext cx="115570" cy="217170"/>
          </a:xfrm>
          <a:prstGeom prst="rect"/>
          <a:noFill/>
        </p:spPr>
      </p:pic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4638020" y="4279900"/>
            <a:ext cx="382270" cy="382270"/>
          </a:xfrm>
          <a:prstGeom prst="rect"/>
          <a:noFill/>
        </p:spPr>
      </p:pic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4765020" y="4381500"/>
            <a:ext cx="115570" cy="217170"/>
          </a:xfrm>
          <a:prstGeom prst="rect"/>
          <a:noFill/>
        </p:spPr>
      </p:pic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4638020" y="5257800"/>
            <a:ext cx="382270" cy="382270"/>
          </a:xfrm>
          <a:prstGeom prst="rect"/>
          <a:noFill/>
        </p:spPr>
      </p:pic>
      <p:pic>
        <p:nvPicPr>
          <p:cNvPr id="23" name="Picture 23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4765020" y="5359400"/>
            <a:ext cx="115570" cy="217170"/>
          </a:xfrm>
          <a:prstGeom prst="rect"/>
          <a:noFill/>
        </p:spPr>
      </p:pic>
      <p:pic>
        <p:nvPicPr>
          <p:cNvPr id="25" name="Picture 25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4638020" y="6235700"/>
            <a:ext cx="382270" cy="382270"/>
          </a:xfrm>
          <a:prstGeom prst="rect"/>
          <a:noFill/>
        </p:spPr>
      </p:pic>
      <p:pic>
        <p:nvPicPr>
          <p:cNvPr id="26" name="Picture 26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4765020" y="6337300"/>
            <a:ext cx="115570" cy="217170"/>
          </a:xfrm>
          <a:prstGeom prst="rect"/>
          <a:noFill/>
        </p:spPr>
      </p:pic>
      <p:pic>
        <p:nvPicPr>
          <p:cNvPr id="28" name="Picture 28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4638020" y="7213600"/>
            <a:ext cx="382270" cy="382270"/>
          </a:xfrm>
          <a:prstGeom prst="rect"/>
          <a:noFill/>
        </p:spPr>
      </p:pic>
      <p:pic>
        <p:nvPicPr>
          <p:cNvPr id="29" name="Picture 29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4765020" y="7315200"/>
            <a:ext cx="115570" cy="217170"/>
          </a:xfrm>
          <a:prstGeom prst="rect"/>
          <a:noFill/>
        </p:spPr>
      </p:pic>
      <p:pic>
        <p:nvPicPr>
          <p:cNvPr id="31" name="Picture 31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4638020" y="8191500"/>
            <a:ext cx="382270" cy="382270"/>
          </a:xfrm>
          <a:prstGeom prst="rect"/>
          <a:noFill/>
        </p:spPr>
      </p:pic>
      <p:pic>
        <p:nvPicPr>
          <p:cNvPr id="32" name="Picture 32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4765020" y="8280400"/>
            <a:ext cx="115570" cy="217170"/>
          </a:xfrm>
          <a:prstGeom prst="rect"/>
          <a:noFill/>
        </p:spPr>
      </p:pic>
      <p:pic>
        <p:nvPicPr>
          <p:cNvPr id="33" name="Picture 33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387600" y="2628900"/>
            <a:ext cx="13526135" cy="13335"/>
          </a:xfrm>
          <a:prstGeom prst="rect"/>
          <a:noFill/>
        </p:spPr>
      </p:pic>
      <p:grpSp>
        <p:nvGrpSpPr>
          <p:cNvPr id="59" name="그룹 29"/>
          <p:cNvGrpSpPr>
            <a:grpSpLocks/>
          </p:cNvGrpSpPr>
          <p:nvPr/>
        </p:nvGrpSpPr>
        <p:grpSpPr>
          <a:xfrm rot="0">
            <a:off x="533400" y="1029335"/>
            <a:ext cx="991235" cy="2096135"/>
            <a:chOff x="533400" y="1029335"/>
            <a:chExt cx="991235" cy="2096135"/>
          </a:xfrm>
        </p:grpSpPr>
        <p:pic>
          <p:nvPicPr>
            <p:cNvPr id="35" name="Picture 35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0535" cy="470535"/>
            </a:xfrm>
            <a:prstGeom prst="rect"/>
            <a:noFill/>
          </p:spPr>
        </p:pic>
        <p:pic>
          <p:nvPicPr>
            <p:cNvPr id="37" name="Picture 37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135" cy="140335"/>
            </a:xfrm>
            <a:prstGeom prst="rect"/>
            <a:noFill/>
          </p:spPr>
        </p:pic>
        <p:pic>
          <p:nvPicPr>
            <p:cNvPr id="38" name="Picture 38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135" cy="140335"/>
            </a:xfrm>
            <a:prstGeom prst="rect"/>
            <a:noFill/>
          </p:spPr>
        </p:pic>
        <p:pic>
          <p:nvPicPr>
            <p:cNvPr id="39" name="Picture 39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0535" cy="470535"/>
            </a:xfrm>
            <a:prstGeom prst="rect"/>
            <a:noFill/>
          </p:spPr>
        </p:pic>
        <p:pic>
          <p:nvPicPr>
            <p:cNvPr id="41" name="Picture 41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135" cy="140335"/>
            </a:xfrm>
            <a:prstGeom prst="rect"/>
            <a:noFill/>
          </p:spPr>
        </p:pic>
        <p:pic>
          <p:nvPicPr>
            <p:cNvPr id="42" name="Picture 42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135" cy="140335"/>
            </a:xfrm>
            <a:prstGeom prst="rect"/>
            <a:noFill/>
          </p:spPr>
        </p:pic>
        <p:pic>
          <p:nvPicPr>
            <p:cNvPr id="43" name="Picture 43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0535" cy="470535"/>
            </a:xfrm>
            <a:prstGeom prst="rect"/>
            <a:noFill/>
          </p:spPr>
        </p:pic>
        <p:pic>
          <p:nvPicPr>
            <p:cNvPr id="45" name="Picture 45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135" cy="140335"/>
            </a:xfrm>
            <a:prstGeom prst="rect"/>
            <a:noFill/>
          </p:spPr>
        </p:pic>
        <p:pic>
          <p:nvPicPr>
            <p:cNvPr id="46" name="Picture 46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135" cy="140335"/>
            </a:xfrm>
            <a:prstGeom prst="rect"/>
            <a:noFill/>
          </p:spPr>
        </p:pic>
      </p:grpSp>
      <p:sp>
        <p:nvSpPr>
          <p:cNvPr id="47" name="TextBox 47"/>
          <p:cNvSpPr txBox="1">
            <a:spLocks/>
          </p:cNvSpPr>
          <p:nvPr/>
        </p:nvSpPr>
        <p:spPr>
          <a:xfrm rot="0">
            <a:off x="5923280" y="1358900"/>
            <a:ext cx="6009005" cy="12211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en-US" sz="6800" i="0" b="0" strike="noStrike">
                <a:solidFill>
                  <a:srgbClr val="677D6A"/>
                </a:solidFill>
                <a:latin typeface="SB AggroOTF Medium" charset="0"/>
              </a:rPr>
              <a:t>Contents</a:t>
            </a:r>
            <a:endParaRPr lang="ko-KR" altLang="en-US" sz="6800" i="0" b="0" strike="noStrike">
              <a:solidFill>
                <a:srgbClr val="677D6A"/>
              </a:solidFill>
              <a:latin typeface="SB AggroOTF Medium" charset="0"/>
            </a:endParaRPr>
          </a:p>
        </p:txBody>
      </p:sp>
      <p:sp>
        <p:nvSpPr>
          <p:cNvPr id="14" name="TextBox 14"/>
          <p:cNvSpPr txBox="1">
            <a:spLocks/>
          </p:cNvSpPr>
          <p:nvPr/>
        </p:nvSpPr>
        <p:spPr>
          <a:xfrm rot="0">
            <a:off x="5694045" y="3194685"/>
            <a:ext cx="6900545" cy="715645"/>
          </a:xfrm>
          <a:prstGeom prst="rect"/>
        </p:spPr>
        <p:txBody>
          <a:bodyPr wrap="square" lIns="0" tIns="0" rIns="0" bIns="0" numCol="1" rtlCol="1" vert="horz" anchor="ctr">
            <a:spAutoFit/>
          </a:bodyPr>
          <a:lstStyle/>
          <a:p>
            <a:pPr marL="0" indent="0" algn="l">
              <a:lnSpc>
                <a:spcPct val="132800"/>
              </a:lnSpc>
              <a:buFontTx/>
              <a:buNone/>
            </a:pPr>
            <a:r>
              <a:rPr lang="ko-KR" sz="3500">
                <a:effectLst>
                  <a:outerShdw sx="100000" sy="100000" blurRad="50800" dist="38100" dir="5400000" rotWithShape="0" algn="t">
                    <a:srgbClr val="000000">
                      <a:alpha val="40000"/>
                    </a:srgbClr>
                  </a:outerShdw>
                </a:effectLst>
                <a:latin typeface="MV Boli" charset="0"/>
                <a:ea typeface="MV Boli" charset="0"/>
              </a:rPr>
              <a:t>프로젝트 개요</a:t>
            </a:r>
            <a:endParaRPr lang="ko-KR" altLang="en-US" sz="3500">
              <a:latin typeface="MV Boli" charset="0"/>
              <a:ea typeface="MV Boli" charset="0"/>
            </a:endParaRPr>
          </a:p>
        </p:txBody>
      </p:sp>
      <p:sp>
        <p:nvSpPr>
          <p:cNvPr id="48" name="텍스트 상자 40"/>
          <p:cNvSpPr txBox="1">
            <a:spLocks/>
          </p:cNvSpPr>
          <p:nvPr/>
        </p:nvSpPr>
        <p:spPr>
          <a:xfrm rot="0">
            <a:off x="5688965" y="8051165"/>
            <a:ext cx="6899275" cy="716280"/>
          </a:xfrm>
          <a:prstGeom prst="rect"/>
        </p:spPr>
        <p:txBody>
          <a:bodyPr wrap="square" lIns="0" tIns="0" rIns="0" bIns="0" numCol="1" rtlCol="1" vert="horz" anchor="ctr">
            <a:spAutoFit/>
          </a:bodyPr>
          <a:lstStyle/>
          <a:p>
            <a:pPr marL="0" indent="0" algn="l">
              <a:lnSpc>
                <a:spcPct val="132800"/>
              </a:lnSpc>
              <a:buFontTx/>
              <a:buNone/>
            </a:pPr>
            <a:r>
              <a:rPr sz="3500">
                <a:effectLst>
                  <a:outerShdw sx="100000" sy="100000" blurRad="50800" dist="38100" dir="5400000" rotWithShape="0" algn="t">
                    <a:srgbClr val="000000">
                      <a:alpha val="40000"/>
                    </a:srgbClr>
                  </a:outerShdw>
                </a:effectLst>
                <a:latin typeface="MV Boli" charset="0"/>
                <a:ea typeface="MV Boli" charset="0"/>
              </a:rPr>
              <a:t>Q&amp;A</a:t>
            </a:r>
            <a:endParaRPr lang="ko-KR" altLang="en-US" sz="3500">
              <a:latin typeface="MV Boli" charset="0"/>
              <a:ea typeface="MV Boli" charset="0"/>
            </a:endParaRPr>
          </a:p>
        </p:txBody>
      </p:sp>
      <p:sp>
        <p:nvSpPr>
          <p:cNvPr id="49" name="텍스트 상자 41"/>
          <p:cNvSpPr txBox="1">
            <a:spLocks/>
          </p:cNvSpPr>
          <p:nvPr/>
        </p:nvSpPr>
        <p:spPr>
          <a:xfrm>
            <a:off x="5688965" y="7070090"/>
            <a:ext cx="6899910" cy="715645"/>
          </a:xfrm>
          <a:prstGeom prst="rect"/>
        </p:spPr>
        <p:txBody>
          <a:bodyPr wrap="square" lIns="0" tIns="0" rIns="0" bIns="0" numCol="1" rtlCol="1" vert="horz" anchor="ctr">
            <a:spAutoFit/>
          </a:bodyPr>
          <a:lstStyle/>
          <a:p>
            <a:pPr marL="0" indent="0" algn="l">
              <a:lnSpc>
                <a:spcPct val="132800"/>
              </a:lnSpc>
              <a:buFontTx/>
              <a:buNone/>
            </a:pPr>
            <a:r>
              <a:rPr lang="ko-KR" sz="3500">
                <a:effectLst>
                  <a:outerShdw sx="100000" sy="100000" blurRad="50800" dist="38100" dir="5400000" rotWithShape="0" algn="t">
                    <a:srgbClr val="000000">
                      <a:alpha val="40000"/>
                    </a:srgbClr>
                  </a:outerShdw>
                </a:effectLst>
                <a:latin typeface="MV Boli" charset="0"/>
                <a:ea typeface="MV Boli" charset="0"/>
              </a:rPr>
              <a:t>프로젝트 시연</a:t>
            </a:r>
            <a:r>
              <a:rPr lang="ko-KR" sz="3500">
                <a:effectLst>
                  <a:outerShdw sx="100000" sy="100000" blurRad="50800" dist="38100" dir="5400000" rotWithShape="0" algn="t">
                    <a:srgbClr val="000000">
                      <a:alpha val="40000"/>
                    </a:srgbClr>
                  </a:outerShdw>
                </a:effectLst>
                <a:latin typeface="MV Boli" charset="0"/>
                <a:ea typeface="MV Boli" charset="0"/>
              </a:rPr>
              <a:t> 및 후기</a:t>
            </a:r>
            <a:endParaRPr lang="ko-KR" altLang="en-US" sz="3500">
              <a:latin typeface="MV Boli" charset="0"/>
              <a:ea typeface="MV Boli" charset="0"/>
            </a:endParaRPr>
          </a:p>
        </p:txBody>
      </p:sp>
      <p:sp>
        <p:nvSpPr>
          <p:cNvPr id="50" name="텍스트 상자 42"/>
          <p:cNvSpPr txBox="1">
            <a:spLocks/>
          </p:cNvSpPr>
          <p:nvPr/>
        </p:nvSpPr>
        <p:spPr>
          <a:xfrm>
            <a:off x="5688965" y="6089015"/>
            <a:ext cx="6899910" cy="715645"/>
          </a:xfrm>
          <a:prstGeom prst="rect"/>
        </p:spPr>
        <p:txBody>
          <a:bodyPr wrap="square" lIns="0" tIns="0" rIns="0" bIns="0" numCol="1" rtlCol="1" vert="horz" anchor="ctr">
            <a:spAutoFit/>
          </a:bodyPr>
          <a:lstStyle/>
          <a:p>
            <a:pPr marL="0" indent="0" algn="l">
              <a:lnSpc>
                <a:spcPct val="132800"/>
              </a:lnSpc>
              <a:buFontTx/>
              <a:buNone/>
            </a:pPr>
            <a:r>
              <a:rPr lang="ko-KR" sz="3500">
                <a:effectLst>
                  <a:outerShdw sx="100000" sy="100000" blurRad="50800" dist="38100" dir="5400000" rotWithShape="0" algn="t">
                    <a:srgbClr val="000000">
                      <a:alpha val="40000"/>
                    </a:srgbClr>
                  </a:outerShdw>
                </a:effectLst>
                <a:latin typeface="MV Boli" charset="0"/>
                <a:ea typeface="MV Boli" charset="0"/>
              </a:rPr>
              <a:t>프로젝트 </a:t>
            </a:r>
            <a:r>
              <a:rPr lang="ko-KR" sz="3500">
                <a:effectLst>
                  <a:outerShdw sx="100000" sy="100000" blurRad="50800" dist="38100" dir="5400000" rotWithShape="0" algn="t">
                    <a:srgbClr val="000000">
                      <a:alpha val="40000"/>
                    </a:srgbClr>
                  </a:outerShdw>
                </a:effectLst>
                <a:latin typeface="MV Boli" charset="0"/>
                <a:ea typeface="MV Boli" charset="0"/>
              </a:rPr>
              <a:t>결과</a:t>
            </a:r>
            <a:endParaRPr lang="ko-KR" altLang="en-US" sz="3500">
              <a:latin typeface="MV Boli" charset="0"/>
              <a:ea typeface="MV Boli" charset="0"/>
            </a:endParaRPr>
          </a:p>
        </p:txBody>
      </p:sp>
      <p:sp>
        <p:nvSpPr>
          <p:cNvPr id="51" name="텍스트 상자 43"/>
          <p:cNvSpPr txBox="1">
            <a:spLocks/>
          </p:cNvSpPr>
          <p:nvPr/>
        </p:nvSpPr>
        <p:spPr>
          <a:xfrm>
            <a:off x="5688965" y="5107940"/>
            <a:ext cx="6899910" cy="715645"/>
          </a:xfrm>
          <a:prstGeom prst="rect"/>
        </p:spPr>
        <p:txBody>
          <a:bodyPr wrap="square" lIns="0" tIns="0" rIns="0" bIns="0" numCol="1" rtlCol="1" vert="horz" anchor="ctr">
            <a:spAutoFit/>
          </a:bodyPr>
          <a:lstStyle/>
          <a:p>
            <a:pPr marL="0" indent="0" algn="l">
              <a:lnSpc>
                <a:spcPct val="132800"/>
              </a:lnSpc>
              <a:buFontTx/>
              <a:buNone/>
            </a:pPr>
            <a:r>
              <a:rPr lang="ko-KR" sz="3500">
                <a:effectLst>
                  <a:outerShdw sx="100000" sy="100000" blurRad="50800" dist="38100" dir="5400000" rotWithShape="0" algn="t">
                    <a:srgbClr val="000000">
                      <a:alpha val="40000"/>
                    </a:srgbClr>
                  </a:outerShdw>
                </a:effectLst>
                <a:latin typeface="MV Boli" charset="0"/>
                <a:ea typeface="MV Boli" charset="0"/>
              </a:rPr>
              <a:t>프로젝트 수행 절차</a:t>
            </a:r>
            <a:r>
              <a:rPr lang="ko-KR" sz="3500">
                <a:effectLst>
                  <a:outerShdw sx="100000" sy="100000" blurRad="50800" dist="38100" dir="5400000" rotWithShape="0" algn="t">
                    <a:srgbClr val="000000">
                      <a:alpha val="40000"/>
                    </a:srgbClr>
                  </a:outerShdw>
                </a:effectLst>
                <a:latin typeface="MV Boli" charset="0"/>
                <a:ea typeface="MV Boli" charset="0"/>
              </a:rPr>
              <a:t> 및 방법</a:t>
            </a:r>
            <a:endParaRPr lang="ko-KR" altLang="en-US" sz="3500">
              <a:latin typeface="MV Boli" charset="0"/>
              <a:ea typeface="MV Boli" charset="0"/>
            </a:endParaRPr>
          </a:p>
        </p:txBody>
      </p:sp>
      <p:sp>
        <p:nvSpPr>
          <p:cNvPr id="52" name="텍스트 상자 44"/>
          <p:cNvSpPr txBox="1">
            <a:spLocks/>
          </p:cNvSpPr>
          <p:nvPr/>
        </p:nvSpPr>
        <p:spPr>
          <a:xfrm>
            <a:off x="5688965" y="4126865"/>
            <a:ext cx="6900545" cy="715645"/>
          </a:xfrm>
          <a:prstGeom prst="rect"/>
        </p:spPr>
        <p:txBody>
          <a:bodyPr wrap="square" lIns="0" tIns="0" rIns="0" bIns="0" numCol="1" rtlCol="1" vert="horz" anchor="ctr">
            <a:spAutoFit/>
          </a:bodyPr>
          <a:lstStyle/>
          <a:p>
            <a:pPr marL="0" indent="0" algn="l">
              <a:lnSpc>
                <a:spcPct val="132800"/>
              </a:lnSpc>
              <a:buFontTx/>
              <a:buNone/>
            </a:pPr>
            <a:r>
              <a:rPr lang="ko-KR" sz="3500">
                <a:effectLst>
                  <a:outerShdw sx="100000" sy="100000" blurRad="50800" dist="38100" dir="5400000" rotWithShape="0" algn="t">
                    <a:srgbClr val="000000">
                      <a:alpha val="40000"/>
                    </a:srgbClr>
                  </a:outerShdw>
                </a:effectLst>
                <a:latin typeface="MV Boli" charset="0"/>
                <a:ea typeface="MV Boli" charset="0"/>
              </a:rPr>
              <a:t>ERD 구조도</a:t>
            </a:r>
            <a:endParaRPr lang="ko-KR" altLang="en-US" sz="3500">
              <a:latin typeface="MV Boli" charset="0"/>
              <a:ea typeface="MV Boli" charset="0"/>
            </a:endParaRPr>
          </a:p>
        </p:txBody>
      </p:sp>
      <p:sp>
        <p:nvSpPr>
          <p:cNvPr id="53" name="텍스트 상자 45"/>
          <p:cNvSpPr txBox="1">
            <a:spLocks/>
          </p:cNvSpPr>
          <p:nvPr/>
        </p:nvSpPr>
        <p:spPr>
          <a:xfrm>
            <a:off x="2548255" y="3187065"/>
            <a:ext cx="3773805" cy="716915"/>
          </a:xfrm>
          <a:prstGeom prst="rect"/>
        </p:spPr>
        <p:txBody>
          <a:bodyPr wrap="square" lIns="0" tIns="0" rIns="0" bIns="0" numCol="1" rtlCol="1" vert="horz" anchor="ctr">
            <a:spAutoFit/>
          </a:bodyPr>
          <a:lstStyle/>
          <a:p>
            <a:pPr marL="0" indent="0" algn="l">
              <a:lnSpc>
                <a:spcPct val="132800"/>
              </a:lnSpc>
              <a:buFontTx/>
              <a:buNone/>
            </a:pPr>
            <a:r>
              <a:rPr lang="ko-KR" sz="3500">
                <a:solidFill>
                  <a:srgbClr val="677D6A"/>
                </a:solidFill>
                <a:effectLst>
                  <a:outerShdw sx="100000" sy="100000" blurRad="50800" dist="38100" dir="5400000" rotWithShape="0" algn="t">
                    <a:srgbClr val="000000">
                      <a:alpha val="40000"/>
                    </a:srgbClr>
                  </a:outerShdw>
                </a:effectLst>
                <a:latin typeface="MV Boli" charset="0"/>
                <a:ea typeface="MV Boli" charset="0"/>
              </a:rPr>
              <a:t>Chapter 1</a:t>
            </a:r>
            <a:endParaRPr lang="ko-KR" altLang="en-US" sz="3500">
              <a:solidFill>
                <a:srgbClr val="677D6A"/>
              </a:solidFill>
              <a:latin typeface="MV Boli" charset="0"/>
              <a:ea typeface="MV Boli" charset="0"/>
            </a:endParaRPr>
          </a:p>
        </p:txBody>
      </p:sp>
      <p:sp>
        <p:nvSpPr>
          <p:cNvPr id="54" name="텍스트 상자 46"/>
          <p:cNvSpPr txBox="1">
            <a:spLocks/>
          </p:cNvSpPr>
          <p:nvPr/>
        </p:nvSpPr>
        <p:spPr>
          <a:xfrm>
            <a:off x="2484120" y="8059420"/>
            <a:ext cx="3773805" cy="716915"/>
          </a:xfrm>
          <a:prstGeom prst="rect"/>
        </p:spPr>
        <p:txBody>
          <a:bodyPr wrap="square" lIns="0" tIns="0" rIns="0" bIns="0" numCol="1" rtlCol="1" vert="horz" anchor="ctr">
            <a:spAutoFit/>
          </a:bodyPr>
          <a:lstStyle/>
          <a:p>
            <a:pPr marL="0" indent="0" algn="l">
              <a:lnSpc>
                <a:spcPct val="132800"/>
              </a:lnSpc>
              <a:buFontTx/>
              <a:buNone/>
            </a:pPr>
            <a:r>
              <a:rPr lang="ko-KR" sz="3500">
                <a:solidFill>
                  <a:srgbClr val="677D6A"/>
                </a:solidFill>
                <a:effectLst>
                  <a:outerShdw sx="100000" sy="100000" blurRad="50800" dist="38100" dir="5400000" rotWithShape="0" algn="t">
                    <a:srgbClr val="000000">
                      <a:alpha val="40000"/>
                    </a:srgbClr>
                  </a:outerShdw>
                </a:effectLst>
                <a:latin typeface="MV Boli" charset="0"/>
                <a:ea typeface="MV Boli" charset="0"/>
              </a:rPr>
              <a:t>Chapter 6</a:t>
            </a:r>
            <a:endParaRPr lang="ko-KR" altLang="en-US" sz="3500">
              <a:solidFill>
                <a:srgbClr val="677D6A"/>
              </a:solidFill>
              <a:latin typeface="MV Boli" charset="0"/>
              <a:ea typeface="MV Boli" charset="0"/>
            </a:endParaRPr>
          </a:p>
        </p:txBody>
      </p:sp>
      <p:sp>
        <p:nvSpPr>
          <p:cNvPr id="55" name="텍스트 상자 47"/>
          <p:cNvSpPr txBox="1">
            <a:spLocks/>
          </p:cNvSpPr>
          <p:nvPr/>
        </p:nvSpPr>
        <p:spPr>
          <a:xfrm>
            <a:off x="2484120" y="7059295"/>
            <a:ext cx="3773805" cy="716915"/>
          </a:xfrm>
          <a:prstGeom prst="rect"/>
        </p:spPr>
        <p:txBody>
          <a:bodyPr wrap="square" lIns="0" tIns="0" rIns="0" bIns="0" numCol="1" rtlCol="1" vert="horz" anchor="ctr">
            <a:spAutoFit/>
          </a:bodyPr>
          <a:lstStyle/>
          <a:p>
            <a:pPr marL="0" indent="0" algn="l">
              <a:lnSpc>
                <a:spcPct val="132800"/>
              </a:lnSpc>
              <a:buFontTx/>
              <a:buNone/>
            </a:pPr>
            <a:r>
              <a:rPr lang="ko-KR" sz="3500">
                <a:solidFill>
                  <a:srgbClr val="677D6A"/>
                </a:solidFill>
                <a:effectLst>
                  <a:outerShdw sx="100000" sy="100000" blurRad="50800" dist="38100" dir="5400000" rotWithShape="0" algn="t">
                    <a:srgbClr val="000000">
                      <a:alpha val="40000"/>
                    </a:srgbClr>
                  </a:outerShdw>
                </a:effectLst>
                <a:latin typeface="MV Boli" charset="0"/>
                <a:ea typeface="MV Boli" charset="0"/>
              </a:rPr>
              <a:t>Chapter 5</a:t>
            </a:r>
            <a:endParaRPr lang="ko-KR" altLang="en-US" sz="3500">
              <a:solidFill>
                <a:srgbClr val="677D6A"/>
              </a:solidFill>
              <a:latin typeface="MV Boli" charset="0"/>
              <a:ea typeface="MV Boli" charset="0"/>
            </a:endParaRPr>
          </a:p>
        </p:txBody>
      </p:sp>
      <p:sp>
        <p:nvSpPr>
          <p:cNvPr id="56" name="텍스트 상자 48"/>
          <p:cNvSpPr txBox="1">
            <a:spLocks/>
          </p:cNvSpPr>
          <p:nvPr/>
        </p:nvSpPr>
        <p:spPr>
          <a:xfrm>
            <a:off x="2484120" y="6099175"/>
            <a:ext cx="3773805" cy="716915"/>
          </a:xfrm>
          <a:prstGeom prst="rect"/>
        </p:spPr>
        <p:txBody>
          <a:bodyPr wrap="square" lIns="0" tIns="0" rIns="0" bIns="0" numCol="1" rtlCol="1" vert="horz" anchor="ctr">
            <a:spAutoFit/>
          </a:bodyPr>
          <a:lstStyle/>
          <a:p>
            <a:pPr marL="0" indent="0" algn="l">
              <a:lnSpc>
                <a:spcPct val="132800"/>
              </a:lnSpc>
              <a:buFontTx/>
              <a:buNone/>
            </a:pPr>
            <a:r>
              <a:rPr lang="ko-KR" sz="3500">
                <a:solidFill>
                  <a:srgbClr val="677D6A"/>
                </a:solidFill>
                <a:effectLst>
                  <a:outerShdw sx="100000" sy="100000" blurRad="50800" dist="38100" dir="5400000" rotWithShape="0" algn="t">
                    <a:srgbClr val="000000">
                      <a:alpha val="40000"/>
                    </a:srgbClr>
                  </a:outerShdw>
                </a:effectLst>
                <a:latin typeface="MV Boli" charset="0"/>
                <a:ea typeface="MV Boli" charset="0"/>
              </a:rPr>
              <a:t>Chapter 4</a:t>
            </a:r>
            <a:endParaRPr lang="ko-KR" altLang="en-US" sz="3500">
              <a:solidFill>
                <a:srgbClr val="677D6A"/>
              </a:solidFill>
              <a:latin typeface="MV Boli" charset="0"/>
              <a:ea typeface="MV Boli" charset="0"/>
            </a:endParaRPr>
          </a:p>
        </p:txBody>
      </p:sp>
      <p:sp>
        <p:nvSpPr>
          <p:cNvPr id="57" name="텍스트 상자 49"/>
          <p:cNvSpPr txBox="1">
            <a:spLocks/>
          </p:cNvSpPr>
          <p:nvPr/>
        </p:nvSpPr>
        <p:spPr>
          <a:xfrm>
            <a:off x="2484120" y="5139055"/>
            <a:ext cx="3773805" cy="716915"/>
          </a:xfrm>
          <a:prstGeom prst="rect"/>
        </p:spPr>
        <p:txBody>
          <a:bodyPr wrap="square" lIns="0" tIns="0" rIns="0" bIns="0" numCol="1" rtlCol="1" vert="horz" anchor="ctr">
            <a:spAutoFit/>
          </a:bodyPr>
          <a:lstStyle/>
          <a:p>
            <a:pPr marL="0" indent="0" algn="l">
              <a:lnSpc>
                <a:spcPct val="132800"/>
              </a:lnSpc>
              <a:buFontTx/>
              <a:buNone/>
            </a:pPr>
            <a:r>
              <a:rPr lang="ko-KR" sz="3500">
                <a:solidFill>
                  <a:srgbClr val="677D6A"/>
                </a:solidFill>
                <a:effectLst>
                  <a:outerShdw sx="100000" sy="100000" blurRad="50800" dist="38100" dir="5400000" rotWithShape="0" algn="t">
                    <a:srgbClr val="000000">
                      <a:alpha val="40000"/>
                    </a:srgbClr>
                  </a:outerShdw>
                </a:effectLst>
                <a:latin typeface="MV Boli" charset="0"/>
                <a:ea typeface="MV Boli" charset="0"/>
              </a:rPr>
              <a:t>Chapter 3</a:t>
            </a:r>
            <a:endParaRPr lang="ko-KR" altLang="en-US" sz="3500">
              <a:solidFill>
                <a:srgbClr val="677D6A"/>
              </a:solidFill>
              <a:latin typeface="MV Boli" charset="0"/>
              <a:ea typeface="MV Boli" charset="0"/>
            </a:endParaRPr>
          </a:p>
        </p:txBody>
      </p:sp>
      <p:sp>
        <p:nvSpPr>
          <p:cNvPr id="58" name="텍스트 상자 50"/>
          <p:cNvSpPr txBox="1">
            <a:spLocks/>
          </p:cNvSpPr>
          <p:nvPr/>
        </p:nvSpPr>
        <p:spPr>
          <a:xfrm>
            <a:off x="2512060" y="4164965"/>
            <a:ext cx="3773805" cy="716915"/>
          </a:xfrm>
          <a:prstGeom prst="rect"/>
        </p:spPr>
        <p:txBody>
          <a:bodyPr wrap="square" lIns="0" tIns="0" rIns="0" bIns="0" numCol="1" rtlCol="1" vert="horz" anchor="ctr">
            <a:spAutoFit/>
          </a:bodyPr>
          <a:lstStyle/>
          <a:p>
            <a:pPr marL="0" indent="0" algn="l">
              <a:lnSpc>
                <a:spcPct val="132800"/>
              </a:lnSpc>
              <a:buFontTx/>
              <a:buNone/>
            </a:pPr>
            <a:r>
              <a:rPr lang="ko-KR" sz="3500">
                <a:solidFill>
                  <a:srgbClr val="677D6A"/>
                </a:solidFill>
                <a:effectLst>
                  <a:outerShdw sx="100000" sy="100000" blurRad="50800" dist="38100" dir="5400000" rotWithShape="0" algn="t">
                    <a:srgbClr val="000000">
                      <a:alpha val="40000"/>
                    </a:srgbClr>
                  </a:outerShdw>
                </a:effectLst>
                <a:latin typeface="MV Boli" charset="0"/>
                <a:ea typeface="MV Boli" charset="0"/>
              </a:rPr>
              <a:t>Chapter 2</a:t>
            </a:r>
            <a:endParaRPr lang="ko-KR" altLang="en-US" sz="3500">
              <a:solidFill>
                <a:srgbClr val="677D6A"/>
              </a:solidFill>
              <a:latin typeface="MV Boli" charset="0"/>
              <a:ea typeface="MV Boli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74700" y="469900"/>
            <a:ext cx="140335" cy="9360535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9740" cy="16550640"/>
          </a:xfrm>
          <a:prstGeom prst="rect"/>
          <a:solidFill>
            <a:srgbClr val="FFFFFF"/>
          </a:solidFill>
        </p:spPr>
      </p:pic>
      <p:grpSp>
        <p:nvGrpSpPr>
          <p:cNvPr id="37" name="Group 5"/>
          <p:cNvGrpSpPr>
            <a:grpSpLocks/>
          </p:cNvGrpSpPr>
          <p:nvPr/>
        </p:nvGrpSpPr>
        <p:grpSpPr>
          <a:xfrm rot="0">
            <a:off x="533400" y="1029335"/>
            <a:ext cx="991870" cy="2096770"/>
            <a:chOff x="533400" y="1029335"/>
            <a:chExt cx="991870" cy="2096770"/>
          </a:xfrm>
        </p:grpSpPr>
        <p:pic>
          <p:nvPicPr>
            <p:cNvPr id="5" name="Picture 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170" cy="471170"/>
            </a:xfrm>
            <a:prstGeom prst="rect"/>
            <a:noFill/>
          </p:spPr>
        </p:pic>
        <p:pic>
          <p:nvPicPr>
            <p:cNvPr id="7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770" cy="140970"/>
            </a:xfrm>
            <a:prstGeom prst="rect"/>
            <a:noFill/>
          </p:spPr>
        </p:pic>
        <p:pic>
          <p:nvPicPr>
            <p:cNvPr id="8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770" cy="140970"/>
            </a:xfrm>
            <a:prstGeom prst="rect"/>
            <a:noFill/>
          </p:spPr>
        </p:pic>
        <p:pic>
          <p:nvPicPr>
            <p:cNvPr id="9" name="Picture 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170" cy="471170"/>
            </a:xfrm>
            <a:prstGeom prst="rect"/>
            <a:noFill/>
          </p:spPr>
        </p:pic>
        <p:pic>
          <p:nvPicPr>
            <p:cNvPr id="11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770" cy="140970"/>
            </a:xfrm>
            <a:prstGeom prst="rect"/>
            <a:noFill/>
          </p:spPr>
        </p:pic>
        <p:pic>
          <p:nvPicPr>
            <p:cNvPr id="12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770" cy="140970"/>
            </a:xfrm>
            <a:prstGeom prst="rect"/>
            <a:noFill/>
          </p:spPr>
        </p:pic>
        <p:pic>
          <p:nvPicPr>
            <p:cNvPr id="13" name="Picture 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170" cy="471170"/>
            </a:xfrm>
            <a:prstGeom prst="rect"/>
            <a:noFill/>
          </p:spPr>
        </p:pic>
        <p:pic>
          <p:nvPicPr>
            <p:cNvPr id="15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770" cy="140970"/>
            </a:xfrm>
            <a:prstGeom prst="rect"/>
            <a:noFill/>
          </p:spPr>
        </p:pic>
        <p:pic>
          <p:nvPicPr>
            <p:cNvPr id="16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770" cy="140970"/>
            </a:xfrm>
            <a:prstGeom prst="rect"/>
            <a:noFill/>
          </p:spPr>
        </p:pic>
      </p:grpSp>
      <p:pic>
        <p:nvPicPr>
          <p:cNvPr id="1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19" name="Picture 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357600" y="368300"/>
            <a:ext cx="395605" cy="9565005"/>
          </a:xfrm>
          <a:prstGeom prst="rect"/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bg1">
                <a:alpha val="100000"/>
              </a:schemeClr>
            </a:solidFill>
            <a:prstDash val="solid"/>
            <a:round/>
          </a:ln>
        </p:spPr>
      </p:pic>
      <p:pic>
        <p:nvPicPr>
          <p:cNvPr id="21" name="Picture 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042160" y="5385435"/>
            <a:ext cx="13908405" cy="14605"/>
          </a:xfrm>
          <a:prstGeom prst="rect"/>
          <a:noFill/>
          <a:effectLst>
            <a:outerShdw sx="100000" sy="100000" blurRad="3" dist="1649" dir="2700000" rotWithShape="1">
              <a:srgbClr val="262713">
                <a:alpha val="49019"/>
              </a:srgbClr>
            </a:outerShdw>
          </a:effectLst>
        </p:spPr>
      </p:pic>
      <p:sp>
        <p:nvSpPr>
          <p:cNvPr id="36" name="Rect 0"/>
          <p:cNvSpPr txBox="1">
            <a:spLocks/>
          </p:cNvSpPr>
          <p:nvPr/>
        </p:nvSpPr>
        <p:spPr>
          <a:xfrm rot="0">
            <a:off x="2157730" y="4188460"/>
            <a:ext cx="3767455" cy="1196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ctr">
              <a:lnSpc>
                <a:spcPct val="124499"/>
              </a:lnSpc>
              <a:buFontTx/>
              <a:buNone/>
            </a:pPr>
            <a:r>
              <a:rPr lang="ko-KR" sz="4000" i="0" b="0" strike="noStrike">
                <a:solidFill>
                  <a:srgbClr val="677D6A"/>
                </a:solidFill>
                <a:latin typeface="SB AggroOTF Medium" charset="0"/>
              </a:rPr>
              <a:t>C</a:t>
            </a:r>
            <a:r>
              <a:rPr lang="ko-KR" sz="4000" i="0" b="0" strike="noStrike">
                <a:solidFill>
                  <a:srgbClr val="677D6A"/>
                </a:solidFill>
                <a:latin typeface="SB AggroOTF Medium" charset="0"/>
              </a:rPr>
              <a:t>hapter1</a:t>
            </a:r>
            <a:endParaRPr lang="ko-KR" altLang="en-US" sz="4000" i="0" b="0" strike="noStrike">
              <a:solidFill>
                <a:srgbClr val="677D6A"/>
              </a:solidFill>
              <a:latin typeface="SB AggroOTF Medium" charset="0"/>
            </a:endParaRPr>
          </a:p>
        </p:txBody>
      </p:sp>
      <p:sp>
        <p:nvSpPr>
          <p:cNvPr id="39" name="텍스트 상자 147"/>
          <p:cNvSpPr txBox="1">
            <a:spLocks/>
          </p:cNvSpPr>
          <p:nvPr/>
        </p:nvSpPr>
        <p:spPr>
          <a:xfrm rot="0">
            <a:off x="6303645" y="4165600"/>
            <a:ext cx="7393305" cy="11195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500" i="0" b="0" strike="noStrike">
                <a:solidFill>
                  <a:srgbClr val="677D6A"/>
                </a:solidFill>
                <a:ea typeface="SB AggroOTF Medium" charset="0"/>
              </a:rPr>
              <a:t>프로젝트 개요</a:t>
            </a:r>
            <a:endParaRPr lang="ko-KR" altLang="en-US" sz="65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sp>
        <p:nvSpPr>
          <p:cNvPr id="40" name="텍스트 상자 789"/>
          <p:cNvSpPr txBox="1">
            <a:spLocks/>
          </p:cNvSpPr>
          <p:nvPr/>
        </p:nvSpPr>
        <p:spPr>
          <a:xfrm>
            <a:off x="6171565" y="5578475"/>
            <a:ext cx="7394575" cy="361696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1.기획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의도</a:t>
            </a:r>
            <a:endParaRPr lang="ko-KR" altLang="en-US" sz="4500" i="0" b="0" strike="noStrike">
              <a:solidFill>
                <a:srgbClr val="677D6A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2.개발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환경</a:t>
            </a:r>
            <a:endParaRPr lang="ko-KR" altLang="en-US" sz="4500" i="0" b="0" strike="noStrike">
              <a:solidFill>
                <a:srgbClr val="677D6A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3.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팀원 구성 및 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역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할</a:t>
            </a:r>
            <a:endParaRPr lang="ko-KR" altLang="en-US" sz="4500" i="0" b="0" strike="noStrike">
              <a:solidFill>
                <a:srgbClr val="677D6A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4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.프로젝트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화면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구조도</a:t>
            </a:r>
            <a:endParaRPr lang="ko-KR" altLang="en-US" sz="45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6435" cy="1207135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74700" y="469900"/>
            <a:ext cx="140335" cy="9360535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7835" cy="16548735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6891000" y="368300"/>
            <a:ext cx="241935" cy="9563735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781935"/>
            <a:ext cx="13526770" cy="13970"/>
          </a:xfrm>
          <a:prstGeom prst="rect"/>
          <a:noFill/>
        </p:spPr>
      </p:pic>
      <p:pic>
        <p:nvPicPr>
          <p:cNvPr id="8" name="Picture "/>
          <p:cNvPicPr>
            <a:picLocks noChangeAspect="1"/>
          </p:cNvPicPr>
          <p:nvPr/>
        </p:nvPicPr>
        <p:blipFill rotWithShape="1">
          <a:blip r:embed="rId7" cstate="hqprint">
            <a:duotone>
              <a:srgbClr val="D29F00"/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762125" y="2868930"/>
            <a:ext cx="7032625" cy="6845300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1870" cy="2096770"/>
            <a:chOff x="533400" y="1029335"/>
            <a:chExt cx="991870" cy="2096770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170" cy="471170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770" cy="140970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770" cy="140970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170" cy="471170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770" cy="140970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770" cy="140970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170" cy="471170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770" cy="140970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770" cy="140970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1573530"/>
            <a:ext cx="763905" cy="3067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1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1421130"/>
            <a:ext cx="7393305" cy="11195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기획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의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도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sp>
        <p:nvSpPr>
          <p:cNvPr id="41" name="텍스트 상자 3"/>
          <p:cNvSpPr txBox="1">
            <a:spLocks/>
          </p:cNvSpPr>
          <p:nvPr/>
        </p:nvSpPr>
        <p:spPr>
          <a:xfrm rot="0">
            <a:off x="8514715" y="3115945"/>
            <a:ext cx="7393940" cy="334518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4500" i="0" b="0" strike="noStrike">
                <a:solidFill>
                  <a:srgbClr val="005B41"/>
                </a:solidFill>
                <a:ea typeface="SB AggroOTF Medium" charset="0"/>
              </a:rPr>
              <a:t>동물의</a:t>
            </a:r>
            <a:r>
              <a:rPr lang="ko-KR" sz="4500" i="0" b="0" strike="noStrike">
                <a:solidFill>
                  <a:srgbClr val="005B41"/>
                </a:solidFill>
                <a:ea typeface="SB AggroOTF Medium" charset="0"/>
              </a:rPr>
              <a:t> </a:t>
            </a:r>
            <a:r>
              <a:rPr lang="ko-KR" sz="4500" i="0" b="0" strike="noStrike">
                <a:solidFill>
                  <a:srgbClr val="005B41"/>
                </a:solidFill>
                <a:ea typeface="SB AggroOTF Medium" charset="0"/>
              </a:rPr>
              <a:t>친구(FurryFriends)</a:t>
            </a:r>
            <a:endParaRPr lang="ko-KR" altLang="en-US" sz="4500" i="0" b="0" strike="noStrike">
              <a:solidFill>
                <a:srgbClr val="005B41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endParaRPr lang="ko-KR" altLang="en-US" sz="1000" i="0" b="0" strike="noStrike">
              <a:solidFill>
                <a:srgbClr val="005B41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●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반려동물과의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친근함을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강조하며,</a:t>
            </a:r>
            <a:endParaRPr lang="ko-KR" altLang="en-US" sz="3500" i="0" b="0" strike="noStrike">
              <a:solidFill>
                <a:srgbClr val="262713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endParaRPr lang="ko-KR" altLang="en-US" sz="1000" i="0" b="0" strike="noStrike">
              <a:solidFill>
                <a:srgbClr val="262713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“Furry”는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털이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많은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동물들을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의미하고</a:t>
            </a:r>
            <a:endParaRPr lang="ko-KR" altLang="en-US" sz="3500" i="0" b="0" strike="noStrike">
              <a:solidFill>
                <a:srgbClr val="262713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endParaRPr lang="ko-KR" altLang="en-US" sz="1000" i="0" b="0" strike="noStrike">
              <a:solidFill>
                <a:srgbClr val="262713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“Friends”는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친구를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의미한다</a:t>
            </a:r>
            <a:endParaRPr lang="ko-KR" altLang="en-US" sz="35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15697200" y="2273300"/>
            <a:ext cx="3225800" cy="1206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74700" y="469900"/>
            <a:ext cx="139700" cy="9359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4470400" y="-3136900"/>
            <a:ext cx="9347200" cy="1654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891000" y="368300"/>
            <a:ext cx="241300" cy="956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387600" y="2810510"/>
            <a:ext cx="13526135" cy="13335"/>
          </a:xfrm>
          <a:prstGeom prst="rect"/>
          <a:noFill/>
        </p:spPr>
      </p:pic>
      <p:grpSp>
        <p:nvGrpSpPr>
          <p:cNvPr id="50" name="그룹 27"/>
          <p:cNvGrpSpPr>
            <a:grpSpLocks/>
          </p:cNvGrpSpPr>
          <p:nvPr/>
        </p:nvGrpSpPr>
        <p:grpSpPr>
          <a:xfrm rot="0">
            <a:off x="533400" y="1029335"/>
            <a:ext cx="991235" cy="2096135"/>
            <a:chOff x="533400" y="1029335"/>
            <a:chExt cx="991235" cy="2096135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0535" cy="470535"/>
            </a:xfrm>
            <a:prstGeom prst="rect"/>
            <a:noFill/>
          </p:spPr>
        </p:pic>
        <p:pic>
          <p:nvPicPr>
            <p:cNvPr id="32" name="Picture 32"/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135" cy="140335"/>
            </a:xfrm>
            <a:prstGeom prst="rect"/>
            <a:noFill/>
          </p:spPr>
        </p:pic>
        <p:pic>
          <p:nvPicPr>
            <p:cNvPr id="33" name="Picture 33"/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135" cy="140335"/>
            </a:xfrm>
            <a:prstGeom prst="rect"/>
            <a:noFill/>
          </p:spPr>
        </p:pic>
        <p:pic>
          <p:nvPicPr>
            <p:cNvPr id="34" name="Picture 34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0535" cy="470535"/>
            </a:xfrm>
            <a:prstGeom prst="rect"/>
            <a:noFill/>
          </p:spPr>
        </p:pic>
        <p:pic>
          <p:nvPicPr>
            <p:cNvPr id="36" name="Picture 36"/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135" cy="140335"/>
            </a:xfrm>
            <a:prstGeom prst="rect"/>
            <a:noFill/>
          </p:spPr>
        </p:pic>
        <p:pic>
          <p:nvPicPr>
            <p:cNvPr id="37" name="Picture 37"/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135" cy="140335"/>
            </a:xfrm>
            <a:prstGeom prst="rect"/>
            <a:noFill/>
          </p:spPr>
        </p:pic>
        <p:pic>
          <p:nvPicPr>
            <p:cNvPr id="38" name="Picture 38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0535" cy="470535"/>
            </a:xfrm>
            <a:prstGeom prst="rect"/>
            <a:noFill/>
          </p:spPr>
        </p:pic>
        <p:pic>
          <p:nvPicPr>
            <p:cNvPr id="40" name="Picture 40"/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135" cy="140335"/>
            </a:xfrm>
            <a:prstGeom prst="rect"/>
            <a:noFill/>
          </p:spPr>
        </p:pic>
        <p:pic>
          <p:nvPicPr>
            <p:cNvPr id="41" name="Picture 41"/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135" cy="140335"/>
            </a:xfrm>
            <a:prstGeom prst="rect"/>
            <a:noFill/>
          </p:spPr>
        </p:pic>
      </p:grpSp>
      <p:sp>
        <p:nvSpPr>
          <p:cNvPr id="43" name="TextBox 43"/>
          <p:cNvSpPr txBox="1">
            <a:spLocks/>
          </p:cNvSpPr>
          <p:nvPr/>
        </p:nvSpPr>
        <p:spPr>
          <a:xfrm rot="0">
            <a:off x="2362200" y="1489710"/>
            <a:ext cx="763270" cy="30607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01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44" name="TextBox 44"/>
          <p:cNvSpPr txBox="1">
            <a:spLocks/>
          </p:cNvSpPr>
          <p:nvPr/>
        </p:nvSpPr>
        <p:spPr>
          <a:xfrm>
            <a:off x="3149600" y="1337310"/>
            <a:ext cx="5132705" cy="9671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기획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의도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sp>
        <p:nvSpPr>
          <p:cNvPr id="51" name="텍스트 상자 4"/>
          <p:cNvSpPr txBox="1">
            <a:spLocks/>
          </p:cNvSpPr>
          <p:nvPr/>
        </p:nvSpPr>
        <p:spPr>
          <a:xfrm>
            <a:off x="2564765" y="3359150"/>
            <a:ext cx="13129895" cy="586740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endParaRPr lang="ko-KR" altLang="en-US" sz="3500" i="0" b="0" strike="noStrike">
              <a:solidFill>
                <a:srgbClr val="262713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endParaRPr lang="ko-KR" altLang="en-US" sz="3500" i="0" b="0" strike="noStrike">
              <a:solidFill>
                <a:srgbClr val="262713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♬반려동물을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키우게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되면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005B41"/>
                </a:solidFill>
                <a:ea typeface="SB AggroOTF Medium" charset="0"/>
              </a:rPr>
              <a:t>외로움을</a:t>
            </a:r>
            <a:r>
              <a:rPr lang="ko-KR" sz="3500" i="0" b="0" strike="noStrike">
                <a:solidFill>
                  <a:srgbClr val="005B41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005B41"/>
                </a:solidFill>
                <a:ea typeface="SB AggroOTF Medium" charset="0"/>
              </a:rPr>
              <a:t>덜어주고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감정적인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지지를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제공해주므로써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최근에는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반려동물을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키우는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가구가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증가함</a:t>
            </a:r>
            <a:endParaRPr lang="ko-KR" altLang="en-US" sz="3500" i="0" b="0" strike="noStrike">
              <a:solidFill>
                <a:srgbClr val="262713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endParaRPr lang="ko-KR" altLang="en-US" sz="1000" i="0" b="0" strike="noStrike">
              <a:solidFill>
                <a:srgbClr val="262713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♬반려동물과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함께하는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시간은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주인의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005B41"/>
                </a:solidFill>
                <a:ea typeface="SB AggroOTF Medium" charset="0"/>
              </a:rPr>
              <a:t>신체적,</a:t>
            </a:r>
            <a:r>
              <a:rPr lang="ko-KR" sz="3500" i="0" b="0" strike="noStrike">
                <a:solidFill>
                  <a:srgbClr val="005B41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005B41"/>
                </a:solidFill>
                <a:ea typeface="SB AggroOTF Medium" charset="0"/>
              </a:rPr>
              <a:t>정서적</a:t>
            </a:r>
            <a:r>
              <a:rPr lang="ko-KR" sz="3500" i="0" b="0" strike="noStrike">
                <a:solidFill>
                  <a:srgbClr val="005B41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005B41"/>
                </a:solidFill>
                <a:ea typeface="SB AggroOTF Medium" charset="0"/>
              </a:rPr>
              <a:t>건강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에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긍적적인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영향을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미칠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수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있음</a:t>
            </a:r>
            <a:endParaRPr lang="ko-KR" altLang="en-US" sz="3500" i="0" b="0" strike="noStrike">
              <a:solidFill>
                <a:srgbClr val="262713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endParaRPr lang="ko-KR" altLang="en-US" sz="1000" i="0" b="0" strike="noStrike">
              <a:solidFill>
                <a:srgbClr val="262713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♬반려동물을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키우는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것은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005B41"/>
                </a:solidFill>
                <a:ea typeface="SB AggroOTF Medium" charset="0"/>
              </a:rPr>
              <a:t>책임감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을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느끼게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하며,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일상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생활에서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005B41"/>
                </a:solidFill>
                <a:ea typeface="SB AggroOTF Medium" charset="0"/>
              </a:rPr>
              <a:t>일정한</a:t>
            </a:r>
            <a:r>
              <a:rPr lang="ko-KR" sz="3500" i="0" b="0" strike="noStrike">
                <a:solidFill>
                  <a:srgbClr val="005B41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005B41"/>
                </a:solidFill>
                <a:ea typeface="SB AggroOTF Medium" charset="0"/>
              </a:rPr>
              <a:t>구조와</a:t>
            </a:r>
            <a:r>
              <a:rPr lang="ko-KR" sz="3500" i="0" b="0" strike="noStrike">
                <a:solidFill>
                  <a:srgbClr val="005B41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005B41"/>
                </a:solidFill>
                <a:ea typeface="SB AggroOTF Medium" charset="0"/>
              </a:rPr>
              <a:t>규칙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을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제공함</a:t>
            </a:r>
            <a:endParaRPr lang="ko-KR" altLang="en-US" sz="3500" i="0" b="0" strike="noStrike">
              <a:solidFill>
                <a:srgbClr val="262713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endParaRPr lang="ko-KR" altLang="en-US" sz="10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♬반려동물을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통해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다른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반려동물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주인들과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자연스럽게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소통하면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새로운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사람들과의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005B41"/>
                </a:solidFill>
                <a:ea typeface="SB AggroOTF Medium" charset="0"/>
              </a:rPr>
              <a:t>사회적</a:t>
            </a:r>
            <a:r>
              <a:rPr lang="ko-KR" sz="3500" i="0" b="0" strike="noStrike">
                <a:solidFill>
                  <a:srgbClr val="005B41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005B41"/>
                </a:solidFill>
                <a:ea typeface="SB AggroOTF Medium" charset="0"/>
              </a:rPr>
              <a:t>연결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을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할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수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 </a:t>
            </a:r>
            <a:r>
              <a:rPr lang="ko-KR" sz="3500" i="0" b="0" strike="noStrike">
                <a:solidFill>
                  <a:srgbClr val="262713"/>
                </a:solidFill>
                <a:ea typeface="SB AggroOTF Medium" charset="0"/>
              </a:rPr>
              <a:t>있음</a:t>
            </a:r>
            <a:endParaRPr lang="ko-KR" altLang="en-US" sz="3500" i="0" b="0" strike="noStrike">
              <a:solidFill>
                <a:srgbClr val="262713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endParaRPr lang="ko-KR" altLang="en-US" sz="35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endParaRPr lang="ko-KR" altLang="en-US" sz="3500" i="0" b="0" strike="noStrike">
              <a:solidFill>
                <a:srgbClr val="262713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endParaRPr lang="ko-KR" altLang="en-US" sz="30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6435" cy="1207135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74700" y="469900"/>
            <a:ext cx="140335" cy="9360535"/>
          </a:xfrm>
          <a:prstGeom prst="rect"/>
          <a:noFill/>
        </p:spPr>
      </p:pic>
      <p:pic>
        <p:nvPicPr>
          <p:cNvPr id="4" name="Picture " descr="C:/Users/14A/AppData/Roaming/PolarisOffice/ETemp/11564_12287880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8470" cy="1654937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6891000" y="368300"/>
            <a:ext cx="241935" cy="9563735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810510"/>
            <a:ext cx="13526770" cy="13970"/>
          </a:xfrm>
          <a:prstGeom prst="rect"/>
          <a:noFill/>
        </p:spPr>
      </p:pic>
      <p:grpSp>
        <p:nvGrpSpPr>
          <p:cNvPr id="50" name="Group 5"/>
          <p:cNvGrpSpPr>
            <a:grpSpLocks/>
          </p:cNvGrpSpPr>
          <p:nvPr/>
        </p:nvGrpSpPr>
        <p:grpSpPr>
          <a:xfrm rot="0">
            <a:off x="533400" y="1029335"/>
            <a:ext cx="991870" cy="2096770"/>
            <a:chOff x="533400" y="1029335"/>
            <a:chExt cx="991870" cy="2096770"/>
          </a:xfrm>
        </p:grpSpPr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170" cy="471170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770" cy="140970"/>
            </a:xfrm>
            <a:prstGeom prst="rect"/>
            <a:noFill/>
          </p:spPr>
        </p:pic>
        <p:pic>
          <p:nvPicPr>
            <p:cNvPr id="33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770" cy="140970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170" cy="471170"/>
            </a:xfrm>
            <a:prstGeom prst="rect"/>
            <a:noFill/>
          </p:spPr>
        </p:pic>
        <p:pic>
          <p:nvPicPr>
            <p:cNvPr id="3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770" cy="140970"/>
            </a:xfrm>
            <a:prstGeom prst="rect"/>
            <a:noFill/>
          </p:spPr>
        </p:pic>
        <p:pic>
          <p:nvPicPr>
            <p:cNvPr id="3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770" cy="140970"/>
            </a:xfrm>
            <a:prstGeom prst="rect"/>
            <a:noFill/>
          </p:spPr>
        </p:pic>
        <p:pic>
          <p:nvPicPr>
            <p:cNvPr id="3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170" cy="471170"/>
            </a:xfrm>
            <a:prstGeom prst="rect"/>
            <a:noFill/>
          </p:spPr>
        </p:pic>
        <p:pic>
          <p:nvPicPr>
            <p:cNvPr id="4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770" cy="140970"/>
            </a:xfrm>
            <a:prstGeom prst="rect"/>
            <a:noFill/>
          </p:spPr>
        </p:pic>
        <p:pic>
          <p:nvPicPr>
            <p:cNvPr id="4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770" cy="140970"/>
            </a:xfrm>
            <a:prstGeom prst="rect"/>
            <a:noFill/>
          </p:spPr>
        </p:pic>
      </p:grpSp>
      <p:sp>
        <p:nvSpPr>
          <p:cNvPr id="43" name="Rect 0"/>
          <p:cNvSpPr txBox="1">
            <a:spLocks/>
          </p:cNvSpPr>
          <p:nvPr/>
        </p:nvSpPr>
        <p:spPr>
          <a:xfrm>
            <a:off x="2362200" y="1489710"/>
            <a:ext cx="764540" cy="3073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2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44" name="Rect 0"/>
          <p:cNvSpPr txBox="1">
            <a:spLocks/>
          </p:cNvSpPr>
          <p:nvPr/>
        </p:nvSpPr>
        <p:spPr>
          <a:xfrm rot="0">
            <a:off x="3149600" y="1337310"/>
            <a:ext cx="5132705" cy="9671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개발 환경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sp>
        <p:nvSpPr>
          <p:cNvPr id="52" name="도형 120"/>
          <p:cNvSpPr>
            <a:spLocks/>
          </p:cNvSpPr>
          <p:nvPr/>
        </p:nvSpPr>
        <p:spPr>
          <a:xfrm rot="0">
            <a:off x="7060565" y="3131185"/>
            <a:ext cx="3815715" cy="553021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6B6D4E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endParaRPr lang="ko-KR" altLang="en-US" sz="1400" cap="none" i="0" b="0" strike="noStrike">
              <a:latin typeface="Arial" charset="0"/>
              <a:ea typeface="Arial" charset="0"/>
            </a:endParaRPr>
          </a:p>
        </p:txBody>
      </p:sp>
      <p:pic>
        <p:nvPicPr>
          <p:cNvPr id="53" name="그림 121" descr="C:/Users/14A/AppData/Roaming/PolarisOffice/ETemp/11564_12287880/fImage88005408467.png"/>
          <p:cNvPicPr>
            <a:picLocks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8095615" y="5031740"/>
            <a:ext cx="1316355" cy="1238885"/>
          </a:xfrm>
          <a:prstGeom prst="rect"/>
          <a:noFill/>
          <a:ln>
            <a:noFill/>
            <a:prstDash/>
          </a:ln>
        </p:spPr>
      </p:pic>
      <p:sp>
        <p:nvSpPr>
          <p:cNvPr id="54" name="도형 122"/>
          <p:cNvSpPr>
            <a:spLocks/>
          </p:cNvSpPr>
          <p:nvPr/>
        </p:nvSpPr>
        <p:spPr>
          <a:xfrm rot="0">
            <a:off x="11431270" y="3141345"/>
            <a:ext cx="3815715" cy="553021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6B6D4E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endParaRPr lang="ko-KR" altLang="en-US" sz="1400" cap="none" i="0" b="0" strike="noStrike">
              <a:latin typeface="Arial" charset="0"/>
              <a:ea typeface="Arial" charset="0"/>
            </a:endParaRPr>
          </a:p>
        </p:txBody>
      </p:sp>
      <p:sp>
        <p:nvSpPr>
          <p:cNvPr id="55" name="도형 123"/>
          <p:cNvSpPr>
            <a:spLocks/>
          </p:cNvSpPr>
          <p:nvPr/>
        </p:nvSpPr>
        <p:spPr>
          <a:xfrm rot="0">
            <a:off x="2689225" y="3141345"/>
            <a:ext cx="3815715" cy="553021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6B6D4E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endParaRPr lang="ko-KR" altLang="en-US" sz="1400" cap="none" i="0" b="0" strike="noStrike">
              <a:latin typeface="Arial" charset="0"/>
              <a:ea typeface="Arial" charset="0"/>
            </a:endParaRPr>
          </a:p>
        </p:txBody>
      </p:sp>
      <p:sp>
        <p:nvSpPr>
          <p:cNvPr id="56" name="도형 124"/>
          <p:cNvSpPr>
            <a:spLocks/>
          </p:cNvSpPr>
          <p:nvPr/>
        </p:nvSpPr>
        <p:spPr>
          <a:xfrm rot="0">
            <a:off x="3056255" y="3440430"/>
            <a:ext cx="3081655" cy="741045"/>
          </a:xfrm>
          <a:prstGeom prst="roundRect">
            <a:avLst>
              <a:gd name="adj" fmla="val 16667"/>
            </a:avLst>
          </a:prstGeom>
          <a:solidFill>
            <a:srgbClr val="EEEEE6"/>
          </a:solidFill>
          <a:ln>
            <a:noFill/>
            <a:prstDash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sz="1400" cap="none" i="0" b="0" strike="noStrike">
                <a:solidFill>
                  <a:schemeClr val="bg2">
                    <a:lumMod val="75000"/>
                    <a:lumOff val="0"/>
                  </a:schemeClr>
                </a:solidFill>
                <a:latin typeface="Arial" charset="0"/>
                <a:ea typeface="Arial" charset="0"/>
              </a:rPr>
              <a:t>FRONT-END</a:t>
            </a:r>
            <a:endParaRPr lang="ko-KR" altLang="en-US" sz="1400" cap="none" i="0" b="0" strike="noStrike">
              <a:solidFill>
                <a:schemeClr val="bg2">
                  <a:lumMod val="75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pic>
        <p:nvPicPr>
          <p:cNvPr id="57" name="그림 125" descr="C:/Users/14A/AppData/Roaming/PolarisOffice/ETemp/11564_12287880/fImage206725446334.png"/>
          <p:cNvPicPr>
            <a:picLocks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077" b="6925"/>
          <a:stretch>
            <a:fillRect/>
          </a:stretch>
        </p:blipFill>
        <p:spPr>
          <a:xfrm rot="0">
            <a:off x="9298305" y="4354195"/>
            <a:ext cx="1483360" cy="1285240"/>
          </a:xfrm>
          <a:prstGeom prst="rect"/>
          <a:noFill/>
          <a:ln>
            <a:noFill/>
            <a:prstDash/>
          </a:ln>
        </p:spPr>
      </p:pic>
      <p:sp>
        <p:nvSpPr>
          <p:cNvPr id="58" name="도형 126"/>
          <p:cNvSpPr>
            <a:spLocks/>
          </p:cNvSpPr>
          <p:nvPr/>
        </p:nvSpPr>
        <p:spPr>
          <a:xfrm rot="0">
            <a:off x="7427595" y="3440430"/>
            <a:ext cx="3081655" cy="741045"/>
          </a:xfrm>
          <a:prstGeom prst="roundRect">
            <a:avLst>
              <a:gd name="adj" fmla="val 16667"/>
            </a:avLst>
          </a:prstGeom>
          <a:solidFill>
            <a:srgbClr val="EEEEE6"/>
          </a:solidFill>
          <a:ln>
            <a:noFill/>
            <a:prstDash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sz="1400" cap="none" i="0" b="0" strike="noStrike">
                <a:solidFill>
                  <a:schemeClr val="bg2">
                    <a:lumMod val="75000"/>
                    <a:lumOff val="0"/>
                  </a:schemeClr>
                </a:solidFill>
                <a:latin typeface="Arial" charset="0"/>
                <a:ea typeface="Arial" charset="0"/>
              </a:rPr>
              <a:t>BACK-END</a:t>
            </a:r>
            <a:endParaRPr lang="ko-KR" altLang="en-US" sz="1400" cap="none" i="0" b="0" strike="noStrike">
              <a:solidFill>
                <a:schemeClr val="bg2">
                  <a:lumMod val="75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sp>
        <p:nvSpPr>
          <p:cNvPr id="59" name="도형 127"/>
          <p:cNvSpPr>
            <a:spLocks/>
          </p:cNvSpPr>
          <p:nvPr/>
        </p:nvSpPr>
        <p:spPr>
          <a:xfrm rot="0">
            <a:off x="11798300" y="3440430"/>
            <a:ext cx="3081655" cy="741045"/>
          </a:xfrm>
          <a:prstGeom prst="roundRect">
            <a:avLst>
              <a:gd name="adj" fmla="val 16667"/>
            </a:avLst>
          </a:prstGeom>
          <a:solidFill>
            <a:srgbClr val="EEEEE6"/>
          </a:solidFill>
          <a:ln>
            <a:noFill/>
            <a:prstDash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sz="1400" cap="none" i="0" b="0" strike="noStrike">
                <a:solidFill>
                  <a:schemeClr val="bg2">
                    <a:lumMod val="75000"/>
                    <a:lumOff val="0"/>
                  </a:schemeClr>
                </a:solidFill>
                <a:latin typeface="Arial" charset="0"/>
                <a:ea typeface="Arial" charset="0"/>
              </a:rPr>
              <a:t>TOOLS</a:t>
            </a:r>
            <a:endParaRPr lang="ko-KR" altLang="en-US" sz="1400" cap="none" i="0" b="0" strike="noStrike">
              <a:solidFill>
                <a:schemeClr val="bg2">
                  <a:lumMod val="75000"/>
                  <a:lumOff val="0"/>
                </a:schemeClr>
              </a:solidFill>
              <a:latin typeface="Arial" charset="0"/>
              <a:ea typeface="Arial" charset="0"/>
            </a:endParaRPr>
          </a:p>
        </p:txBody>
      </p:sp>
      <p:pic>
        <p:nvPicPr>
          <p:cNvPr id="61" name="그림 129"/>
          <p:cNvPicPr>
            <a:picLocks/>
          </p:cNvPicPr>
          <p:nvPr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38" r="48628" b="12526"/>
          <a:stretch>
            <a:fillRect/>
          </a:stretch>
        </p:blipFill>
        <p:spPr>
          <a:xfrm rot="0">
            <a:off x="3168015" y="4283075"/>
            <a:ext cx="1017905" cy="1086485"/>
          </a:xfrm>
          <a:prstGeom prst="rect"/>
          <a:noFill/>
          <a:ln>
            <a:noFill/>
            <a:prstDash/>
          </a:ln>
        </p:spPr>
      </p:pic>
      <p:pic>
        <p:nvPicPr>
          <p:cNvPr id="62" name="그림 130"/>
          <p:cNvPicPr>
            <a:picLocks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3122930" y="5334000"/>
            <a:ext cx="1137285" cy="1124585"/>
          </a:xfrm>
          <a:prstGeom prst="rect"/>
          <a:noFill/>
          <a:ln>
            <a:noFill/>
            <a:prstDash/>
          </a:ln>
        </p:spPr>
      </p:pic>
      <p:pic>
        <p:nvPicPr>
          <p:cNvPr id="63" name="그림 131"/>
          <p:cNvPicPr>
            <a:picLocks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0394" t="10537" b="15776"/>
          <a:stretch>
            <a:fillRect/>
          </a:stretch>
        </p:blipFill>
        <p:spPr>
          <a:xfrm rot="0">
            <a:off x="4888865" y="4298950"/>
            <a:ext cx="1017905" cy="1086485"/>
          </a:xfrm>
          <a:prstGeom prst="rect"/>
          <a:noFill/>
          <a:ln>
            <a:noFill/>
            <a:prstDash/>
          </a:ln>
        </p:spPr>
      </p:pic>
      <p:pic>
        <p:nvPicPr>
          <p:cNvPr id="64" name="그림 132"/>
          <p:cNvPicPr>
            <a:picLocks/>
          </p:cNvPicPr>
          <p:nvPr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5003165" y="6444615"/>
            <a:ext cx="729615" cy="1124585"/>
          </a:xfrm>
          <a:prstGeom prst="rect"/>
          <a:noFill/>
          <a:ln>
            <a:noFill/>
            <a:prstDash/>
          </a:ln>
        </p:spPr>
      </p:pic>
      <p:pic>
        <p:nvPicPr>
          <p:cNvPr id="65" name="그림 133"/>
          <p:cNvPicPr>
            <a:picLocks/>
          </p:cNvPicPr>
          <p:nvPr/>
        </p:nvPicPr>
        <p:blipFill rotWithShape="1">
          <a:blip r:embed="rId1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419" t="21792" r="27588" b="14968"/>
          <a:stretch>
            <a:fillRect/>
          </a:stretch>
        </p:blipFill>
        <p:spPr>
          <a:xfrm rot="0">
            <a:off x="3068320" y="6530975"/>
            <a:ext cx="1381125" cy="1124585"/>
          </a:xfrm>
          <a:prstGeom prst="rect"/>
          <a:noFill/>
          <a:ln>
            <a:noFill/>
            <a:prstDash/>
          </a:ln>
        </p:spPr>
      </p:pic>
      <p:pic>
        <p:nvPicPr>
          <p:cNvPr id="66" name="그림 134"/>
          <p:cNvPicPr>
            <a:picLocks/>
          </p:cNvPicPr>
          <p:nvPr/>
        </p:nvPicPr>
        <p:blipFill rotWithShape="1">
          <a:blip r:embed="rId1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936875" y="7612380"/>
            <a:ext cx="1482725" cy="701675"/>
          </a:xfrm>
          <a:prstGeom prst="rect"/>
          <a:noFill/>
          <a:ln>
            <a:noFill/>
            <a:prstDash/>
          </a:ln>
        </p:spPr>
      </p:pic>
      <p:pic>
        <p:nvPicPr>
          <p:cNvPr id="67" name="그림 135"/>
          <p:cNvPicPr>
            <a:picLocks/>
          </p:cNvPicPr>
          <p:nvPr/>
        </p:nvPicPr>
        <p:blipFill rotWithShape="1">
          <a:blip r:embed="rId1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4514215" y="7656195"/>
            <a:ext cx="1755775" cy="828675"/>
          </a:xfrm>
          <a:prstGeom prst="rect"/>
          <a:noFill/>
          <a:ln>
            <a:noFill/>
            <a:prstDash/>
          </a:ln>
        </p:spPr>
      </p:pic>
      <p:pic>
        <p:nvPicPr>
          <p:cNvPr id="68" name="그림 136"/>
          <p:cNvPicPr>
            <a:picLocks/>
          </p:cNvPicPr>
          <p:nvPr/>
        </p:nvPicPr>
        <p:blipFill rotWithShape="1">
          <a:blip r:embed="rId1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490"/>
          <a:stretch>
            <a:fillRect/>
          </a:stretch>
        </p:blipFill>
        <p:spPr>
          <a:xfrm rot="0">
            <a:off x="4773295" y="5452110"/>
            <a:ext cx="1249045" cy="1170305"/>
          </a:xfrm>
          <a:prstGeom prst="rect"/>
          <a:noFill/>
          <a:ln>
            <a:noFill/>
            <a:prstDash/>
          </a:ln>
        </p:spPr>
      </p:pic>
      <p:pic>
        <p:nvPicPr>
          <p:cNvPr id="69" name="그림 137" descr="C:/Users/14A/AppData/Roaming/PolarisOffice/ETemp/11564_12287880/fImage70055568145.jpeg"/>
          <p:cNvPicPr>
            <a:picLocks/>
          </p:cNvPicPr>
          <p:nvPr/>
        </p:nvPicPr>
        <p:blipFill rotWithShape="1">
          <a:blip r:embed="rId1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106" t="3707" r="13212"/>
          <a:stretch>
            <a:fillRect/>
          </a:stretch>
        </p:blipFill>
        <p:spPr>
          <a:xfrm rot="0">
            <a:off x="9454515" y="6027420"/>
            <a:ext cx="1170305" cy="1188085"/>
          </a:xfrm>
          <a:prstGeom prst="rect"/>
          <a:noFill/>
          <a:ln>
            <a:noFill/>
            <a:prstDash/>
          </a:ln>
        </p:spPr>
      </p:pic>
      <p:pic>
        <p:nvPicPr>
          <p:cNvPr id="70" name="그림 138"/>
          <p:cNvPicPr>
            <a:picLocks/>
          </p:cNvPicPr>
          <p:nvPr/>
        </p:nvPicPr>
        <p:blipFill rotWithShape="1">
          <a:blip r:embed="rId2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1776710" y="4290060"/>
            <a:ext cx="1616075" cy="1608455"/>
          </a:xfrm>
          <a:prstGeom prst="rect"/>
          <a:noFill/>
          <a:ln>
            <a:noFill/>
            <a:prstDash/>
          </a:ln>
        </p:spPr>
      </p:pic>
      <p:pic>
        <p:nvPicPr>
          <p:cNvPr id="72" name="그림 140"/>
          <p:cNvPicPr>
            <a:picLocks/>
          </p:cNvPicPr>
          <p:nvPr/>
        </p:nvPicPr>
        <p:blipFill rotWithShape="1">
          <a:blip r:embed="rId2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844" r="14905"/>
          <a:stretch>
            <a:fillRect/>
          </a:stretch>
        </p:blipFill>
        <p:spPr>
          <a:xfrm rot="0">
            <a:off x="12132945" y="6791960"/>
            <a:ext cx="1848485" cy="1501775"/>
          </a:xfrm>
          <a:prstGeom prst="rect"/>
          <a:noFill/>
          <a:ln>
            <a:noFill/>
            <a:prstDash/>
          </a:ln>
        </p:spPr>
      </p:pic>
      <p:pic>
        <p:nvPicPr>
          <p:cNvPr id="73" name="그림 141"/>
          <p:cNvPicPr>
            <a:picLocks/>
          </p:cNvPicPr>
          <p:nvPr/>
        </p:nvPicPr>
        <p:blipFill rotWithShape="1">
          <a:blip r:embed="rId2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279640" y="7569200"/>
            <a:ext cx="1848485" cy="605155"/>
          </a:xfrm>
          <a:prstGeom prst="rect"/>
          <a:noFill/>
          <a:ln>
            <a:noFill/>
            <a:prstDash/>
          </a:ln>
        </p:spPr>
      </p:pic>
      <p:pic>
        <p:nvPicPr>
          <p:cNvPr id="74" name="그림 142" descr="C:/Users/14A/AppData/Roaming/PolarisOffice/ETemp/11564_12287880/fImage60325561491.png"/>
          <p:cNvPicPr>
            <a:picLocks/>
          </p:cNvPicPr>
          <p:nvPr/>
        </p:nvPicPr>
        <p:blipFill rotWithShape="1">
          <a:blip r:embed="rId2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9347200" y="7393940"/>
            <a:ext cx="1267460" cy="965835"/>
          </a:xfrm>
          <a:prstGeom prst="rect"/>
          <a:noFill/>
          <a:ln>
            <a:noFill/>
            <a:prstDash/>
          </a:ln>
        </p:spPr>
      </p:pic>
      <p:pic>
        <p:nvPicPr>
          <p:cNvPr id="76" name="그림 144" descr="C:/Users/14A/AppData/Roaming/PolarisOffice/ETemp/11564_12287880/fImage122285632995.png"/>
          <p:cNvPicPr>
            <a:picLocks noChangeAspect="1"/>
          </p:cNvPicPr>
          <p:nvPr/>
        </p:nvPicPr>
        <p:blipFill rotWithShape="1">
          <a:blip r:embed="rId2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339330" y="4352925"/>
            <a:ext cx="1344295" cy="563880"/>
          </a:xfrm>
          <a:prstGeom prst="rect"/>
          <a:noFill/>
        </p:spPr>
      </p:pic>
      <p:pic>
        <p:nvPicPr>
          <p:cNvPr id="77" name="그림 145"/>
          <p:cNvPicPr>
            <a:picLocks noChangeAspect="1"/>
          </p:cNvPicPr>
          <p:nvPr/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3611860" y="5683250"/>
            <a:ext cx="1239520" cy="1264285"/>
          </a:xfrm>
          <a:prstGeom prst="rect"/>
          <a:noFill/>
        </p:spPr>
      </p:pic>
      <p:pic>
        <p:nvPicPr>
          <p:cNvPr id="78" name="그림 2" descr="C:/Users/14A/AppData/Roaming/PolarisOffice/ETemp/11564_12287880/fImage9248110741.jpeg"/>
          <p:cNvPicPr>
            <a:picLocks noChangeAspect="1"/>
          </p:cNvPicPr>
          <p:nvPr/>
        </p:nvPicPr>
        <p:blipFill rotWithShape="1"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246620" y="6163310"/>
            <a:ext cx="1245870" cy="125666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15697200" y="2273300"/>
            <a:ext cx="3225800" cy="1206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74700" y="469900"/>
            <a:ext cx="139700" cy="9359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474210" y="-3140710"/>
            <a:ext cx="9347835" cy="16556355"/>
          </a:xfrm>
          <a:prstGeom prst="rect"/>
          <a:noFill/>
        </p:spPr>
      </p:pic>
      <p:pic>
        <p:nvPicPr>
          <p:cNvPr id="5" name="Picture 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891000" y="368300"/>
            <a:ext cx="241300" cy="95631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387600" y="2782570"/>
            <a:ext cx="13526135" cy="13335"/>
          </a:xfrm>
          <a:prstGeom prst="rect"/>
          <a:noFill/>
        </p:spPr>
      </p:pic>
      <p:grpSp>
        <p:nvGrpSpPr>
          <p:cNvPr id="70" name="그룹 25"/>
          <p:cNvGrpSpPr>
            <a:grpSpLocks/>
          </p:cNvGrpSpPr>
          <p:nvPr/>
        </p:nvGrpSpPr>
        <p:grpSpPr>
          <a:xfrm rot="0">
            <a:off x="533400" y="1029335"/>
            <a:ext cx="991235" cy="2096135"/>
            <a:chOff x="533400" y="1029335"/>
            <a:chExt cx="991235" cy="2096135"/>
          </a:xfrm>
        </p:grpSpPr>
        <p:pic>
          <p:nvPicPr>
            <p:cNvPr id="41" name="Picture 41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0535" cy="470535"/>
            </a:xfrm>
            <a:prstGeom prst="rect"/>
            <a:noFill/>
          </p:spPr>
        </p:pic>
        <p:pic>
          <p:nvPicPr>
            <p:cNvPr id="43" name="Picture 43"/>
            <p:cNvPicPr>
              <a:picLocks noChangeAspect="1"/>
            </p:cNvPicPr>
            <p:nvPr/>
          </p:nvPicPr>
          <p:blipFill rotWithShape="1"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135" cy="140335"/>
            </a:xfrm>
            <a:prstGeom prst="rect"/>
            <a:noFill/>
          </p:spPr>
        </p:pic>
        <p:pic>
          <p:nvPicPr>
            <p:cNvPr id="44" name="Picture 44"/>
            <p:cNvPicPr>
              <a:picLocks noChangeAspect="1"/>
            </p:cNvPicPr>
            <p:nvPr/>
          </p:nvPicPr>
          <p:blipFill rotWithShape="1"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135" cy="140335"/>
            </a:xfrm>
            <a:prstGeom prst="rect"/>
            <a:noFill/>
          </p:spPr>
        </p:pic>
        <p:pic>
          <p:nvPicPr>
            <p:cNvPr id="45" name="Picture 45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0535" cy="470535"/>
            </a:xfrm>
            <a:prstGeom prst="rect"/>
            <a:noFill/>
          </p:spPr>
        </p:pic>
        <p:pic>
          <p:nvPicPr>
            <p:cNvPr id="47" name="Picture 47"/>
            <p:cNvPicPr>
              <a:picLocks noChangeAspect="1"/>
            </p:cNvPicPr>
            <p:nvPr/>
          </p:nvPicPr>
          <p:blipFill rotWithShape="1"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135" cy="140335"/>
            </a:xfrm>
            <a:prstGeom prst="rect"/>
            <a:noFill/>
          </p:spPr>
        </p:pic>
        <p:pic>
          <p:nvPicPr>
            <p:cNvPr id="48" name="Picture 48"/>
            <p:cNvPicPr>
              <a:picLocks noChangeAspect="1"/>
            </p:cNvPicPr>
            <p:nvPr/>
          </p:nvPicPr>
          <p:blipFill rotWithShape="1"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135" cy="140335"/>
            </a:xfrm>
            <a:prstGeom prst="rect"/>
            <a:noFill/>
          </p:spPr>
        </p:pic>
        <p:pic>
          <p:nvPicPr>
            <p:cNvPr id="49" name="Picture 49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0535" cy="470535"/>
            </a:xfrm>
            <a:prstGeom prst="rect"/>
            <a:noFill/>
          </p:spPr>
        </p:pic>
        <p:pic>
          <p:nvPicPr>
            <p:cNvPr id="51" name="Picture 51"/>
            <p:cNvPicPr>
              <a:picLocks noChangeAspect="1"/>
            </p:cNvPicPr>
            <p:nvPr/>
          </p:nvPicPr>
          <p:blipFill rotWithShape="1"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135" cy="140335"/>
            </a:xfrm>
            <a:prstGeom prst="rect"/>
            <a:noFill/>
          </p:spPr>
        </p:pic>
        <p:pic>
          <p:nvPicPr>
            <p:cNvPr id="52" name="Picture 52"/>
            <p:cNvPicPr>
              <a:picLocks noChangeAspect="1"/>
            </p:cNvPicPr>
            <p:nvPr/>
          </p:nvPicPr>
          <p:blipFill rotWithShape="1"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135" cy="140335"/>
            </a:xfrm>
            <a:prstGeom prst="rect"/>
            <a:noFill/>
          </p:spPr>
        </p:pic>
      </p:grpSp>
      <p:sp>
        <p:nvSpPr>
          <p:cNvPr id="54" name="TextBox 54"/>
          <p:cNvSpPr txBox="1">
            <a:spLocks/>
          </p:cNvSpPr>
          <p:nvPr/>
        </p:nvSpPr>
        <p:spPr>
          <a:xfrm rot="0">
            <a:off x="2362200" y="1461770"/>
            <a:ext cx="763905" cy="26352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3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55" name="TextBox 55"/>
          <p:cNvSpPr txBox="1">
            <a:spLocks/>
          </p:cNvSpPr>
          <p:nvPr/>
        </p:nvSpPr>
        <p:spPr>
          <a:xfrm>
            <a:off x="3149600" y="1309370"/>
            <a:ext cx="7393305" cy="11195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팀원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구성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및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역할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103630" y="3673475"/>
            <a:ext cx="3061335" cy="5474335"/>
          </a:xfrm>
          <a:prstGeom prst="rect"/>
          <a:noFill/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4236720" y="3673475"/>
            <a:ext cx="3061335" cy="5474335"/>
          </a:xfrm>
          <a:prstGeom prst="rect"/>
          <a:noFill/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370445" y="3673475"/>
            <a:ext cx="3061335" cy="5474335"/>
          </a:xfrm>
          <a:prstGeom prst="rect"/>
          <a:noFill/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0530205" y="3673475"/>
            <a:ext cx="3061335" cy="5474335"/>
          </a:xfrm>
          <a:prstGeom prst="rect"/>
          <a:noFill/>
        </p:spPr>
      </p:pic>
      <p:pic>
        <p:nvPicPr>
          <p:cNvPr id="27" name="Picture 27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439545" y="6066155"/>
            <a:ext cx="2389505" cy="15875"/>
          </a:xfrm>
          <a:prstGeom prst="rect"/>
          <a:noFill/>
        </p:spPr>
      </p:pic>
      <p:pic>
        <p:nvPicPr>
          <p:cNvPr id="28" name="Picture 28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4572635" y="6066155"/>
            <a:ext cx="2389505" cy="15875"/>
          </a:xfrm>
          <a:prstGeom prst="rect"/>
          <a:noFill/>
        </p:spPr>
      </p:pic>
      <p:pic>
        <p:nvPicPr>
          <p:cNvPr id="29" name="Picture 29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06360" y="6066155"/>
            <a:ext cx="2389505" cy="15875"/>
          </a:xfrm>
          <a:prstGeom prst="rect"/>
          <a:noFill/>
        </p:spPr>
      </p:pic>
      <p:pic>
        <p:nvPicPr>
          <p:cNvPr id="30" name="Picture 30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0866120" y="6066155"/>
            <a:ext cx="2389505" cy="15875"/>
          </a:xfrm>
          <a:prstGeom prst="rect"/>
          <a:noFill/>
        </p:spPr>
      </p:pic>
      <p:sp>
        <p:nvSpPr>
          <p:cNvPr id="35" name="TextBox 35"/>
          <p:cNvSpPr txBox="1">
            <a:spLocks/>
          </p:cNvSpPr>
          <p:nvPr/>
        </p:nvSpPr>
        <p:spPr>
          <a:xfrm>
            <a:off x="1487805" y="6239510"/>
            <a:ext cx="2353945" cy="257492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141100"/>
              </a:lnSpc>
              <a:buFontTx/>
              <a:buNone/>
            </a:pPr>
            <a:endParaRPr lang="ko-KR" altLang="en-US" sz="1800" i="0" b="0" strike="noStrike">
              <a:solidFill>
                <a:srgbClr val="262713"/>
              </a:solidFill>
              <a:latin typeface="Pretendard Light" charset="0"/>
            </a:endParaRPr>
          </a:p>
          <a:p>
            <a:pPr marL="0" indent="0" algn="l">
              <a:lnSpc>
                <a:spcPct val="141100"/>
              </a:lnSpc>
              <a:buFontTx/>
              <a:buNone/>
            </a:pPr>
            <a:endParaRPr lang="ko-KR" altLang="en-US" sz="1800" i="0" b="0" strike="noStrike">
              <a:solidFill>
                <a:srgbClr val="262713"/>
              </a:solidFill>
              <a:latin typeface="Pretendard Light" charset="0"/>
            </a:endParaRPr>
          </a:p>
        </p:txBody>
      </p:sp>
      <p:pic>
        <p:nvPicPr>
          <p:cNvPr id="56" name="그림 58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3670280" y="3668395"/>
            <a:ext cx="3061335" cy="5474335"/>
          </a:xfrm>
          <a:prstGeom prst="rect"/>
          <a:noFill/>
        </p:spPr>
      </p:pic>
      <p:pic>
        <p:nvPicPr>
          <p:cNvPr id="60" name="그림 62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4006195" y="6061710"/>
            <a:ext cx="2389505" cy="15875"/>
          </a:xfrm>
          <a:prstGeom prst="rect"/>
          <a:noFill/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771015" y="5523865"/>
            <a:ext cx="361950" cy="440690"/>
          </a:xfrm>
          <a:prstGeom prst="rect"/>
          <a:noFill/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890395" y="5640705"/>
            <a:ext cx="110490" cy="250190"/>
          </a:xfrm>
          <a:prstGeom prst="rect"/>
          <a:noFill/>
        </p:spPr>
      </p:pic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4879975" y="5523865"/>
            <a:ext cx="361950" cy="440690"/>
          </a:xfrm>
          <a:prstGeom prst="rect"/>
          <a:noFill/>
        </p:spPr>
      </p:pic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4999355" y="5640705"/>
            <a:ext cx="110490" cy="250190"/>
          </a:xfrm>
          <a:prstGeom prst="rect"/>
          <a:noFill/>
        </p:spPr>
      </p:pic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8061960" y="5523865"/>
            <a:ext cx="361950" cy="440690"/>
          </a:xfrm>
          <a:prstGeom prst="rect"/>
          <a:noFill/>
        </p:spPr>
      </p:pic>
      <p:pic>
        <p:nvPicPr>
          <p:cNvPr id="23" name="Picture 23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8181975" y="5640705"/>
            <a:ext cx="110490" cy="250190"/>
          </a:xfrm>
          <a:prstGeom prst="rect"/>
          <a:noFill/>
        </p:spPr>
      </p:pic>
      <p:pic>
        <p:nvPicPr>
          <p:cNvPr id="25" name="Picture 25"/>
          <p:cNvPicPr>
            <a:picLocks noChangeAspect="1"/>
          </p:cNvPicPr>
          <p:nvPr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1197590" y="5523865"/>
            <a:ext cx="361950" cy="440690"/>
          </a:xfrm>
          <a:prstGeom prst="rect"/>
          <a:noFill/>
        </p:spPr>
      </p:pic>
      <p:pic>
        <p:nvPicPr>
          <p:cNvPr id="26" name="Picture 26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317605" y="5640705"/>
            <a:ext cx="110490" cy="250190"/>
          </a:xfrm>
          <a:prstGeom prst="rect"/>
          <a:noFill/>
        </p:spPr>
      </p:pic>
      <p:pic>
        <p:nvPicPr>
          <p:cNvPr id="58" name="그림 60"/>
          <p:cNvPicPr>
            <a:picLocks noChangeAspect="1"/>
          </p:cNvPicPr>
          <p:nvPr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4337665" y="5518785"/>
            <a:ext cx="361950" cy="440690"/>
          </a:xfrm>
          <a:prstGeom prst="rect"/>
          <a:noFill/>
        </p:spPr>
      </p:pic>
      <p:pic>
        <p:nvPicPr>
          <p:cNvPr id="59" name="그림 61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4457680" y="5636260"/>
            <a:ext cx="110490" cy="250190"/>
          </a:xfrm>
          <a:prstGeom prst="rect"/>
          <a:noFill/>
        </p:spPr>
      </p:pic>
      <p:sp>
        <p:nvSpPr>
          <p:cNvPr id="71" name="텍스트 상자 5"/>
          <p:cNvSpPr txBox="1">
            <a:spLocks/>
          </p:cNvSpPr>
          <p:nvPr/>
        </p:nvSpPr>
        <p:spPr>
          <a:xfrm rot="0">
            <a:off x="2259330" y="5458460"/>
            <a:ext cx="1099820" cy="60706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2300" i="0" b="0" strike="noStrike">
                <a:solidFill>
                  <a:srgbClr val="262713"/>
                </a:solidFill>
                <a:latin typeface="+mn-lt"/>
                <a:ea typeface="SB AggroOTF Medium" charset="0"/>
              </a:rPr>
              <a:t>김 수 만</a:t>
            </a:r>
            <a:endParaRPr lang="ko-KR" altLang="en-US" sz="23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72" name="텍스트 상자 6"/>
          <p:cNvSpPr txBox="1">
            <a:spLocks/>
          </p:cNvSpPr>
          <p:nvPr/>
        </p:nvSpPr>
        <p:spPr>
          <a:xfrm rot="0">
            <a:off x="8567420" y="5475605"/>
            <a:ext cx="1150620" cy="60706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2300" i="0" b="0" strike="noStrike">
                <a:solidFill>
                  <a:srgbClr val="262713"/>
                </a:solidFill>
                <a:latin typeface="+mn-lt"/>
                <a:ea typeface="SB AggroOTF Medium" charset="0"/>
              </a:rPr>
              <a:t>송 은 호</a:t>
            </a:r>
            <a:endParaRPr lang="ko-KR" altLang="en-US" sz="23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73" name="텍스트 상자 7"/>
          <p:cNvSpPr txBox="1">
            <a:spLocks/>
          </p:cNvSpPr>
          <p:nvPr/>
        </p:nvSpPr>
        <p:spPr>
          <a:xfrm rot="0">
            <a:off x="5382895" y="5466080"/>
            <a:ext cx="1099820" cy="60706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2300" i="0" b="0" strike="noStrike">
                <a:solidFill>
                  <a:srgbClr val="262713"/>
                </a:solidFill>
                <a:latin typeface="+mn-lt"/>
                <a:ea typeface="SB AggroOTF Medium" charset="0"/>
              </a:rPr>
              <a:t>손 유 정</a:t>
            </a:r>
            <a:endParaRPr lang="ko-KR" altLang="en-US" sz="23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75" name="텍스트 상자 9"/>
          <p:cNvSpPr txBox="1">
            <a:spLocks/>
          </p:cNvSpPr>
          <p:nvPr/>
        </p:nvSpPr>
        <p:spPr>
          <a:xfrm rot="0">
            <a:off x="14815185" y="5474970"/>
            <a:ext cx="1099820" cy="60706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2300" i="0" b="0" strike="noStrike">
                <a:solidFill>
                  <a:srgbClr val="262713"/>
                </a:solidFill>
                <a:ea typeface="SB AggroOTF Medium" charset="0"/>
              </a:rPr>
              <a:t>천 태 광</a:t>
            </a:r>
            <a:endParaRPr lang="ko-KR" altLang="en-US" sz="23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76" name="텍스트 상자 10"/>
          <p:cNvSpPr txBox="1">
            <a:spLocks/>
          </p:cNvSpPr>
          <p:nvPr/>
        </p:nvSpPr>
        <p:spPr>
          <a:xfrm rot="0">
            <a:off x="11706860" y="5453380"/>
            <a:ext cx="1099820" cy="60706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2300" i="0" b="0" strike="noStrike">
                <a:solidFill>
                  <a:srgbClr val="262713"/>
                </a:solidFill>
                <a:ea typeface="SB AggroOTF Medium" charset="0"/>
              </a:rPr>
              <a:t>한 지 혜</a:t>
            </a:r>
            <a:endParaRPr lang="ko-KR" altLang="en-US" sz="23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pic>
        <p:nvPicPr>
          <p:cNvPr id="77" name="그림 1"/>
          <p:cNvPicPr>
            <a:picLocks noChangeAspect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038725" y="3717925"/>
            <a:ext cx="1483360" cy="1619250"/>
          </a:xfrm>
          <a:prstGeom prst="rect"/>
          <a:noFill/>
        </p:spPr>
      </p:pic>
      <p:pic>
        <p:nvPicPr>
          <p:cNvPr id="78" name="그림 2"/>
          <p:cNvPicPr>
            <a:picLocks noChangeAspect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314430" y="3709670"/>
            <a:ext cx="1483360" cy="1619250"/>
          </a:xfrm>
          <a:prstGeom prst="rect"/>
          <a:noFill/>
        </p:spPr>
      </p:pic>
      <p:pic>
        <p:nvPicPr>
          <p:cNvPr id="79" name="그림 3"/>
          <p:cNvPicPr>
            <a:picLocks noChangeAspect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98345" y="3707765"/>
            <a:ext cx="1483360" cy="1619250"/>
          </a:xfrm>
          <a:prstGeom prst="rect"/>
          <a:noFill/>
        </p:spPr>
      </p:pic>
      <p:pic>
        <p:nvPicPr>
          <p:cNvPr id="80" name="그림 4"/>
          <p:cNvPicPr>
            <a:picLocks noChangeAspect="1"/>
          </p:cNvPicPr>
          <p:nvPr/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138795" y="3710305"/>
            <a:ext cx="1483360" cy="1619250"/>
          </a:xfrm>
          <a:prstGeom prst="rect"/>
          <a:noFill/>
        </p:spPr>
      </p:pic>
      <p:pic>
        <p:nvPicPr>
          <p:cNvPr id="81" name="그림 5"/>
          <p:cNvPicPr>
            <a:picLocks noChangeAspect="1"/>
          </p:cNvPicPr>
          <p:nvPr/>
        </p:nvPicPr>
        <p:blipFill rotWithShape="1"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4399260" y="3733165"/>
            <a:ext cx="1483360" cy="1619250"/>
          </a:xfrm>
          <a:prstGeom prst="rect"/>
          <a:noFill/>
        </p:spPr>
      </p:pic>
      <p:sp>
        <p:nvSpPr>
          <p:cNvPr id="82" name="텍스트 상자 41"/>
          <p:cNvSpPr txBox="1">
            <a:spLocks/>
          </p:cNvSpPr>
          <p:nvPr/>
        </p:nvSpPr>
        <p:spPr>
          <a:xfrm>
            <a:off x="1213485" y="6221095"/>
            <a:ext cx="2848610" cy="280797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☞뉴스API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활용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관련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뉴스기사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검색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기능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구현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☞플레이스API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활용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관련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플레이스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검색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기능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구현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(반려동물카페,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펜션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,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병원,용품점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등)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</p:txBody>
      </p:sp>
      <p:sp>
        <p:nvSpPr>
          <p:cNvPr id="83" name="텍스트 상자 42"/>
          <p:cNvSpPr txBox="1">
            <a:spLocks/>
          </p:cNvSpPr>
          <p:nvPr/>
        </p:nvSpPr>
        <p:spPr>
          <a:xfrm rot="0">
            <a:off x="13787120" y="6242050"/>
            <a:ext cx="2848610" cy="280797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☞게시판DB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설계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☞게시글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페이지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기능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구현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☞댓글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페이지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기능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구현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☞의학질문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페이지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기능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구현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☞게시글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조회수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기능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구현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☞게시글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답변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페이지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기능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구현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☞H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EADER 작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성</a:t>
            </a:r>
            <a:endParaRPr lang="ko-KR" altLang="en-US" sz="1600" i="0" b="0" strike="noStrike">
              <a:solidFill>
                <a:srgbClr val="262713"/>
              </a:solidFill>
              <a:latin typeface="SimSun" charset="0"/>
              <a:ea typeface="SimSun" charset="0"/>
            </a:endParaRPr>
          </a:p>
        </p:txBody>
      </p:sp>
      <p:sp>
        <p:nvSpPr>
          <p:cNvPr id="84" name="텍스트 상자 43"/>
          <p:cNvSpPr txBox="1">
            <a:spLocks/>
          </p:cNvSpPr>
          <p:nvPr/>
        </p:nvSpPr>
        <p:spPr>
          <a:xfrm rot="0">
            <a:off x="10632440" y="6254750"/>
            <a:ext cx="2847975" cy="280733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☞다이어리D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B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설계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☞메인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페이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지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능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구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현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☞메인 페이지 U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I 디자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인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구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성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☞다이어리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(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CRUD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) 구현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☞캘린더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능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구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현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☞캘린더에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텍스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트 추가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능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구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현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</p:txBody>
      </p:sp>
      <p:sp>
        <p:nvSpPr>
          <p:cNvPr id="85" name="텍스트 상자 44"/>
          <p:cNvSpPr txBox="1">
            <a:spLocks/>
          </p:cNvSpPr>
          <p:nvPr/>
        </p:nvSpPr>
        <p:spPr>
          <a:xfrm rot="0">
            <a:off x="7478395" y="6229350"/>
            <a:ext cx="2847975" cy="280733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☞관리자페이지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능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구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현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☞마이페이지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능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구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현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☞회원수정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능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구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현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☞마이페이지에 반려동물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등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록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능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구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현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☞메인페이지에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카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테고리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능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구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현</a:t>
            </a:r>
            <a:endParaRPr lang="ko-KR" altLang="en-US" sz="1600" i="0" b="0" strike="noStrike">
              <a:solidFill>
                <a:srgbClr val="262713"/>
              </a:solidFill>
              <a:latin typeface="SimSun" charset="0"/>
              <a:ea typeface="SimSun" charset="0"/>
            </a:endParaRPr>
          </a:p>
        </p:txBody>
      </p:sp>
      <p:sp>
        <p:nvSpPr>
          <p:cNvPr id="86" name="텍스트 상자 45"/>
          <p:cNvSpPr txBox="1">
            <a:spLocks/>
          </p:cNvSpPr>
          <p:nvPr/>
        </p:nvSpPr>
        <p:spPr>
          <a:xfrm>
            <a:off x="4349750" y="6228715"/>
            <a:ext cx="2848610" cy="280797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☞회원DB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설계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☞회원가입/로그인/로그아웃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기능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구현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☞로고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작성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☞FOOTER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작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성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☞발표PPT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작성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☞일일작업진행보고서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16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작성</a:t>
            </a:r>
            <a:endParaRPr lang="ko-KR" altLang="en-US" sz="16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6435" cy="1207135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74700" y="469900"/>
            <a:ext cx="140335" cy="9360535"/>
          </a:xfrm>
          <a:prstGeom prst="rect"/>
          <a:noFill/>
        </p:spPr>
      </p:pic>
      <p:pic>
        <p:nvPicPr>
          <p:cNvPr id="4" name="Picture " descr="C:/Users/14A/AppData/Roaming/PolarisOffice/ETemp/2192_15457160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39285" y="-3166110"/>
            <a:ext cx="9353550" cy="1655699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6891000" y="368300"/>
            <a:ext cx="241935" cy="9563735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531110"/>
            <a:ext cx="13526770" cy="13970"/>
          </a:xfrm>
          <a:prstGeom prst="rect"/>
          <a:noFill/>
        </p:spPr>
      </p:pic>
      <p:grpSp>
        <p:nvGrpSpPr>
          <p:cNvPr id="50" name="Group 5"/>
          <p:cNvGrpSpPr>
            <a:grpSpLocks/>
          </p:cNvGrpSpPr>
          <p:nvPr/>
        </p:nvGrpSpPr>
        <p:grpSpPr>
          <a:xfrm rot="0">
            <a:off x="533400" y="1029335"/>
            <a:ext cx="991870" cy="2096770"/>
            <a:chOff x="533400" y="1029335"/>
            <a:chExt cx="991870" cy="2096770"/>
          </a:xfrm>
        </p:grpSpPr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170" cy="471170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770" cy="140970"/>
            </a:xfrm>
            <a:prstGeom prst="rect"/>
            <a:noFill/>
          </p:spPr>
        </p:pic>
        <p:pic>
          <p:nvPicPr>
            <p:cNvPr id="33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770" cy="140970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170" cy="471170"/>
            </a:xfrm>
            <a:prstGeom prst="rect"/>
            <a:noFill/>
          </p:spPr>
        </p:pic>
        <p:pic>
          <p:nvPicPr>
            <p:cNvPr id="3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770" cy="140970"/>
            </a:xfrm>
            <a:prstGeom prst="rect"/>
            <a:noFill/>
          </p:spPr>
        </p:pic>
        <p:pic>
          <p:nvPicPr>
            <p:cNvPr id="3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770" cy="140970"/>
            </a:xfrm>
            <a:prstGeom prst="rect"/>
            <a:noFill/>
          </p:spPr>
        </p:pic>
        <p:pic>
          <p:nvPicPr>
            <p:cNvPr id="3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170" cy="471170"/>
            </a:xfrm>
            <a:prstGeom prst="rect"/>
            <a:noFill/>
          </p:spPr>
        </p:pic>
        <p:pic>
          <p:nvPicPr>
            <p:cNvPr id="4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770" cy="140970"/>
            </a:xfrm>
            <a:prstGeom prst="rect"/>
            <a:noFill/>
          </p:spPr>
        </p:pic>
        <p:pic>
          <p:nvPicPr>
            <p:cNvPr id="4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770" cy="140970"/>
            </a:xfrm>
            <a:prstGeom prst="rect"/>
            <a:noFill/>
          </p:spPr>
        </p:pic>
      </p:grpSp>
      <p:sp>
        <p:nvSpPr>
          <p:cNvPr id="43" name="Rect 0"/>
          <p:cNvSpPr txBox="1">
            <a:spLocks/>
          </p:cNvSpPr>
          <p:nvPr/>
        </p:nvSpPr>
        <p:spPr>
          <a:xfrm>
            <a:off x="2362200" y="1489710"/>
            <a:ext cx="765175" cy="307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4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44" name="Rect 0"/>
          <p:cNvSpPr txBox="1">
            <a:spLocks/>
          </p:cNvSpPr>
          <p:nvPr/>
        </p:nvSpPr>
        <p:spPr>
          <a:xfrm rot="0">
            <a:off x="3149600" y="1337310"/>
            <a:ext cx="8415020" cy="9677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프로젝트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화면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구조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도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sp>
        <p:nvSpPr>
          <p:cNvPr id="58" name="도형 207"/>
          <p:cNvSpPr>
            <a:spLocks/>
          </p:cNvSpPr>
          <p:nvPr/>
        </p:nvSpPr>
        <p:spPr>
          <a:xfrm rot="0">
            <a:off x="4307840" y="2850515"/>
            <a:ext cx="11612880" cy="2977515"/>
          </a:xfrm>
          <a:prstGeom prst="rect"/>
          <a:solidFill>
            <a:srgbClr val="E7F0DC"/>
          </a:solidFill>
          <a:ln w="9525" cap="flat" cmpd="sng">
            <a:solidFill>
              <a:schemeClr val="lt1">
                <a:alpha val="100000"/>
              </a:scheme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endParaRPr lang="ko-KR" altLang="en-US" sz="1600" cap="none" i="0" b="0" strike="noStrike">
              <a:solidFill>
                <a:srgbClr val="005B41"/>
              </a:solidFill>
              <a:latin typeface="Arial" charset="0"/>
              <a:ea typeface="Arial" charset="0"/>
            </a:endParaRPr>
          </a:p>
        </p:txBody>
      </p:sp>
      <p:sp>
        <p:nvSpPr>
          <p:cNvPr id="59" name="도형 208"/>
          <p:cNvSpPr>
            <a:spLocks/>
          </p:cNvSpPr>
          <p:nvPr/>
        </p:nvSpPr>
        <p:spPr>
          <a:xfrm>
            <a:off x="5078730" y="3190240"/>
            <a:ext cx="1250950" cy="53467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lang="ko-KR" altLang="en-US" sz="1600" cap="none" i="0" b="0" strike="noStrike">
                <a:latin typeface="Arial" charset="0"/>
                <a:ea typeface="Arial" charset="0"/>
              </a:rPr>
              <a:t>뉴스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sp>
        <p:nvSpPr>
          <p:cNvPr id="63" name="도형 212"/>
          <p:cNvSpPr>
            <a:spLocks/>
          </p:cNvSpPr>
          <p:nvPr/>
        </p:nvSpPr>
        <p:spPr>
          <a:xfrm>
            <a:off x="6605905" y="3190875"/>
            <a:ext cx="1274445" cy="53403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lang="ko-KR" altLang="en-US" sz="1600" cap="none" i="0" b="0" strike="noStrike">
                <a:latin typeface="Arial" charset="0"/>
                <a:ea typeface="Arial" charset="0"/>
              </a:rPr>
              <a:t>검색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sp>
        <p:nvSpPr>
          <p:cNvPr id="68" name="텍스트 상자 217"/>
          <p:cNvSpPr txBox="1">
            <a:spLocks/>
          </p:cNvSpPr>
          <p:nvPr/>
        </p:nvSpPr>
        <p:spPr>
          <a:xfrm>
            <a:off x="13087350" y="2759075"/>
            <a:ext cx="2750185" cy="695325"/>
          </a:xfrm>
          <a:prstGeom prst="rect"/>
          <a:noFill/>
          <a:ln>
            <a:noFill/>
            <a:prstDash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sz="1600" cap="none" i="0" b="1" strike="noStrike">
                <a:solidFill>
                  <a:schemeClr val="dk2"/>
                </a:solidFill>
                <a:latin typeface="Arial" charset="0"/>
                <a:ea typeface="Arial" charset="0"/>
              </a:rPr>
              <a:t>커뮤니</a:t>
            </a:r>
            <a:r>
              <a:rPr lang="ko-KR" sz="1600" cap="none" i="0" b="1" strike="noStrike">
                <a:solidFill>
                  <a:schemeClr val="dk2"/>
                </a:solidFill>
                <a:latin typeface="Arial" charset="0"/>
                <a:ea typeface="Arial" charset="0"/>
              </a:rPr>
              <a:t>티</a:t>
            </a:r>
            <a:r>
              <a:rPr lang="ko-KR" sz="1600" cap="none" i="0" b="1" strike="noStrike">
                <a:solidFill>
                  <a:schemeClr val="dk2"/>
                </a:solidFill>
                <a:latin typeface="Arial" charset="0"/>
                <a:ea typeface="Arial" charset="0"/>
              </a:rPr>
              <a:t> </a:t>
            </a:r>
            <a:r>
              <a:rPr lang="ko-KR" sz="1600" cap="none" i="0" b="1" strike="noStrike">
                <a:solidFill>
                  <a:schemeClr val="dk2"/>
                </a:solidFill>
                <a:latin typeface="Arial" charset="0"/>
                <a:ea typeface="Arial" charset="0"/>
              </a:rPr>
              <a:t>게시판</a:t>
            </a:r>
            <a:endParaRPr lang="ko-KR" altLang="en-US" sz="1600" cap="none" i="0" b="1" strike="noStrike">
              <a:solidFill>
                <a:schemeClr val="dk2"/>
              </a:solidFill>
              <a:latin typeface="Arial" charset="0"/>
              <a:ea typeface="Arial" charset="0"/>
            </a:endParaRPr>
          </a:p>
        </p:txBody>
      </p:sp>
      <p:cxnSp>
        <p:nvCxnSpPr>
          <p:cNvPr id="70" name="도형 219"/>
          <p:cNvCxnSpPr/>
          <p:nvPr/>
        </p:nvCxnSpPr>
        <p:spPr>
          <a:xfrm>
            <a:off x="6326505" y="3456940"/>
            <a:ext cx="280035" cy="1905"/>
          </a:xfrm>
          <a:prstGeom prst="straightConnector1"/>
          <a:noFill/>
          <a:ln w="9525" cap="flat" cmpd="sng">
            <a:solidFill>
              <a:schemeClr val="dk2">
                <a:alpha val="100000"/>
              </a:schemeClr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도형 209"/>
          <p:cNvSpPr>
            <a:spLocks/>
          </p:cNvSpPr>
          <p:nvPr/>
        </p:nvSpPr>
        <p:spPr>
          <a:xfrm rot="0">
            <a:off x="5118735" y="4604385"/>
            <a:ext cx="1250315" cy="51689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sz="1600" cap="none" i="0" b="0" strike="noStrike">
                <a:latin typeface="Arial" charset="0"/>
                <a:ea typeface="Arial" charset="0"/>
              </a:rPr>
              <a:t>커</a:t>
            </a:r>
            <a:r>
              <a:rPr lang="ko-KR" sz="1600" cap="none" i="0" b="0" strike="noStrike">
                <a:latin typeface="Arial" charset="0"/>
                <a:ea typeface="Arial" charset="0"/>
              </a:rPr>
              <a:t>뮤니티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cxnSp>
        <p:nvCxnSpPr>
          <p:cNvPr id="71" name="도형 220"/>
          <p:cNvCxnSpPr>
            <a:endCxn id="143" idx="1"/>
          </p:cNvCxnSpPr>
          <p:nvPr/>
        </p:nvCxnSpPr>
        <p:spPr>
          <a:xfrm rot="0">
            <a:off x="6346190" y="4801235"/>
            <a:ext cx="311150" cy="1905"/>
          </a:xfrm>
          <a:prstGeom prst="straightConnector1"/>
          <a:noFill/>
          <a:ln w="9525" cap="flat" cmpd="sng">
            <a:solidFill>
              <a:schemeClr val="dk2">
                <a:alpha val="100000"/>
              </a:schemeClr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도형 250"/>
          <p:cNvSpPr>
            <a:spLocks/>
          </p:cNvSpPr>
          <p:nvPr/>
        </p:nvSpPr>
        <p:spPr>
          <a:xfrm rot="0">
            <a:off x="2105025" y="5694680"/>
            <a:ext cx="1680845" cy="54419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1">
                <a:alpha val="100000"/>
              </a:scheme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sz="1600" cap="none" i="0" b="0" strike="noStrike">
                <a:latin typeface="Arial" charset="0"/>
                <a:ea typeface="Arial" charset="0"/>
              </a:rPr>
              <a:t>Main Page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sp>
        <p:nvSpPr>
          <p:cNvPr id="102" name="도형 251"/>
          <p:cNvSpPr>
            <a:spLocks/>
          </p:cNvSpPr>
          <p:nvPr/>
        </p:nvSpPr>
        <p:spPr>
          <a:xfrm rot="0">
            <a:off x="2359660" y="6671310"/>
            <a:ext cx="1171575" cy="70802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sz="1600" cap="none" i="0" b="0" strike="noStrike">
                <a:latin typeface="Arial" charset="0"/>
                <a:ea typeface="Arial" charset="0"/>
              </a:rPr>
              <a:t>회</a:t>
            </a:r>
            <a:r>
              <a:rPr lang="ko-KR" sz="1600" cap="none" i="0" b="0" strike="noStrike">
                <a:latin typeface="Arial" charset="0"/>
                <a:ea typeface="Arial" charset="0"/>
              </a:rPr>
              <a:t>원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cxnSp>
        <p:nvCxnSpPr>
          <p:cNvPr id="103" name="도형 252"/>
          <p:cNvCxnSpPr/>
          <p:nvPr/>
        </p:nvCxnSpPr>
        <p:spPr>
          <a:xfrm rot="0">
            <a:off x="2944495" y="6238240"/>
            <a:ext cx="1905" cy="433705"/>
          </a:xfrm>
          <a:prstGeom prst="straightConnector1"/>
          <a:noFill/>
          <a:ln w="9525" cap="flat" cmpd="sng">
            <a:solidFill>
              <a:schemeClr val="dk2">
                <a:alpha val="100000"/>
              </a:schemeClr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도형 253"/>
          <p:cNvCxnSpPr/>
          <p:nvPr/>
        </p:nvCxnSpPr>
        <p:spPr>
          <a:xfrm rot="10800000">
            <a:off x="2942590" y="5234305"/>
            <a:ext cx="1905" cy="461645"/>
          </a:xfrm>
          <a:prstGeom prst="straightConnector1"/>
          <a:noFill/>
          <a:ln w="9525" cap="flat" cmpd="sng">
            <a:solidFill>
              <a:schemeClr val="dk2">
                <a:alpha val="100000"/>
              </a:schemeClr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도형 254"/>
          <p:cNvSpPr>
            <a:spLocks/>
          </p:cNvSpPr>
          <p:nvPr/>
        </p:nvSpPr>
        <p:spPr>
          <a:xfrm rot="0">
            <a:off x="2359660" y="4527550"/>
            <a:ext cx="1171575" cy="70802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sz="1600" cap="none" i="0" b="0" strike="noStrike">
                <a:latin typeface="Arial" charset="0"/>
                <a:ea typeface="Arial" charset="0"/>
              </a:rPr>
              <a:t>관리자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sp>
        <p:nvSpPr>
          <p:cNvPr id="123" name="도형 304"/>
          <p:cNvSpPr>
            <a:spLocks/>
          </p:cNvSpPr>
          <p:nvPr/>
        </p:nvSpPr>
        <p:spPr>
          <a:xfrm rot="0">
            <a:off x="5080635" y="3902710"/>
            <a:ext cx="1249045" cy="53467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lang="ko-KR" altLang="en-US" sz="1600" cap="none" i="0" b="0" strike="noStrike">
                <a:latin typeface="Arial" charset="0"/>
                <a:ea typeface="Arial" charset="0"/>
              </a:rPr>
              <a:t>플레이스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sp>
        <p:nvSpPr>
          <p:cNvPr id="124" name="도형 305"/>
          <p:cNvSpPr>
            <a:spLocks/>
          </p:cNvSpPr>
          <p:nvPr/>
        </p:nvSpPr>
        <p:spPr>
          <a:xfrm rot="0">
            <a:off x="6655435" y="3902710"/>
            <a:ext cx="1249045" cy="53403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lang="ko-KR" altLang="en-US" sz="1600" cap="none" i="0" b="0" strike="noStrike">
                <a:latin typeface="Arial" charset="0"/>
                <a:ea typeface="Arial" charset="0"/>
              </a:rPr>
              <a:t>장소 </a:t>
            </a:r>
            <a:r>
              <a:rPr lang="ko-KR" altLang="en-US" sz="1600" cap="none" i="0" b="0" strike="noStrike">
                <a:latin typeface="Arial" charset="0"/>
                <a:ea typeface="Arial" charset="0"/>
              </a:rPr>
              <a:t>검</a:t>
            </a:r>
            <a:r>
              <a:rPr lang="ko-KR" altLang="en-US" sz="1600" cap="none" i="0" b="0" strike="noStrike">
                <a:latin typeface="Arial" charset="0"/>
                <a:ea typeface="Arial" charset="0"/>
              </a:rPr>
              <a:t>색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cxnSp>
        <p:nvCxnSpPr>
          <p:cNvPr id="129" name="도형 310"/>
          <p:cNvCxnSpPr>
            <a:endCxn id="124" idx="1"/>
          </p:cNvCxnSpPr>
          <p:nvPr/>
        </p:nvCxnSpPr>
        <p:spPr>
          <a:xfrm rot="0">
            <a:off x="6327775" y="4168775"/>
            <a:ext cx="328295" cy="1270"/>
          </a:xfrm>
          <a:prstGeom prst="straightConnector1"/>
          <a:noFill/>
          <a:ln w="9525" cap="flat" cmpd="sng">
            <a:solidFill>
              <a:schemeClr val="dk2">
                <a:alpha val="100000"/>
              </a:schemeClr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도형 27"/>
          <p:cNvSpPr>
            <a:spLocks/>
          </p:cNvSpPr>
          <p:nvPr/>
        </p:nvSpPr>
        <p:spPr>
          <a:xfrm rot="0">
            <a:off x="6665595" y="5192395"/>
            <a:ext cx="1331595" cy="53530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sz="1600" cap="none" i="0" b="0" strike="noStrike">
                <a:latin typeface="Arial" charset="0"/>
                <a:ea typeface="Arial" charset="0"/>
              </a:rPr>
              <a:t>댓</a:t>
            </a:r>
            <a:r>
              <a:rPr lang="ko-KR" sz="1600" cap="none" i="0" b="0" strike="noStrike">
                <a:latin typeface="Arial" charset="0"/>
                <a:ea typeface="Arial" charset="0"/>
              </a:rPr>
              <a:t>글 수정/삭제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sp>
        <p:nvSpPr>
          <p:cNvPr id="139" name="도형 31"/>
          <p:cNvSpPr>
            <a:spLocks/>
          </p:cNvSpPr>
          <p:nvPr/>
        </p:nvSpPr>
        <p:spPr>
          <a:xfrm rot="0">
            <a:off x="8336915" y="5203825"/>
            <a:ext cx="1204595" cy="53530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sz="1600" cap="none" i="0" b="0" strike="noStrike">
                <a:latin typeface="Arial" charset="0"/>
                <a:ea typeface="Arial" charset="0"/>
              </a:rPr>
              <a:t>댓</a:t>
            </a:r>
            <a:r>
              <a:rPr lang="ko-KR" sz="1600" cap="none" i="0" b="0" strike="noStrike">
                <a:latin typeface="Arial" charset="0"/>
                <a:ea typeface="Arial" charset="0"/>
              </a:rPr>
              <a:t>글 수정/삭제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sp>
        <p:nvSpPr>
          <p:cNvPr id="143" name="도형 47"/>
          <p:cNvSpPr>
            <a:spLocks/>
          </p:cNvSpPr>
          <p:nvPr/>
        </p:nvSpPr>
        <p:spPr>
          <a:xfrm rot="0">
            <a:off x="6656705" y="4535805"/>
            <a:ext cx="1360805" cy="53467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sz="1600" cap="none" i="0" b="0" strike="noStrike">
                <a:latin typeface="Arial" charset="0"/>
                <a:ea typeface="Arial" charset="0"/>
              </a:rPr>
              <a:t>게시</a:t>
            </a:r>
            <a:r>
              <a:rPr lang="ko-KR" sz="1600" cap="none" i="0" b="0" strike="noStrike">
                <a:latin typeface="Arial" charset="0"/>
                <a:ea typeface="Arial" charset="0"/>
              </a:rPr>
              <a:t>판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sp>
        <p:nvSpPr>
          <p:cNvPr id="144" name="도형 48"/>
          <p:cNvSpPr>
            <a:spLocks/>
          </p:cNvSpPr>
          <p:nvPr/>
        </p:nvSpPr>
        <p:spPr>
          <a:xfrm rot="0">
            <a:off x="8331200" y="4523105"/>
            <a:ext cx="1229995" cy="53403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lang="ko-KR" sz="1600" cap="none" i="0" b="0" strike="noStrike">
                <a:latin typeface="Arial" charset="0"/>
                <a:ea typeface="Arial" charset="0"/>
              </a:rPr>
              <a:t>의학질문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cxnSp>
        <p:nvCxnSpPr>
          <p:cNvPr id="145" name="도형 49"/>
          <p:cNvCxnSpPr/>
          <p:nvPr/>
        </p:nvCxnSpPr>
        <p:spPr>
          <a:xfrm rot="0">
            <a:off x="8033385" y="4784090"/>
            <a:ext cx="303530" cy="1905"/>
          </a:xfrm>
          <a:prstGeom prst="straightConnector1"/>
          <a:noFill/>
          <a:ln w="9525" cap="flat" cmpd="sng">
            <a:solidFill>
              <a:schemeClr val="dk2">
                <a:alpha val="100000"/>
              </a:schemeClr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도형 52"/>
          <p:cNvCxnSpPr>
            <a:stCxn id="143" idx="2"/>
            <a:endCxn id="136" idx="0"/>
          </p:cNvCxnSpPr>
          <p:nvPr/>
        </p:nvCxnSpPr>
        <p:spPr>
          <a:xfrm rot="0" flipH="1">
            <a:off x="7331075" y="5070475"/>
            <a:ext cx="6350" cy="122555"/>
          </a:xfrm>
          <a:prstGeom prst="line"/>
          <a:ln w="6350" cap="flat" cmpd="sng">
            <a:solidFill>
              <a:srgbClr val="00000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도형 54"/>
          <p:cNvCxnSpPr>
            <a:endCxn id="139" idx="0"/>
          </p:cNvCxnSpPr>
          <p:nvPr/>
        </p:nvCxnSpPr>
        <p:spPr>
          <a:xfrm rot="0" flipH="1">
            <a:off x="8938895" y="5031105"/>
            <a:ext cx="7620" cy="173355"/>
          </a:xfrm>
          <a:prstGeom prst="line"/>
          <a:ln w="6350" cap="flat" cmpd="sng">
            <a:solidFill>
              <a:srgbClr val="00000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도형 57"/>
          <p:cNvSpPr>
            <a:spLocks/>
          </p:cNvSpPr>
          <p:nvPr/>
        </p:nvSpPr>
        <p:spPr>
          <a:xfrm rot="0">
            <a:off x="9845675" y="4498340"/>
            <a:ext cx="1250315" cy="53530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lang="ko-KR" altLang="en-US" sz="1600" cap="none" i="0" b="0" strike="noStrike">
                <a:latin typeface="Arial" charset="0"/>
                <a:ea typeface="Arial" charset="0"/>
              </a:rPr>
              <a:t>검색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sp>
        <p:nvSpPr>
          <p:cNvPr id="154" name="도형 59"/>
          <p:cNvSpPr>
            <a:spLocks/>
          </p:cNvSpPr>
          <p:nvPr/>
        </p:nvSpPr>
        <p:spPr>
          <a:xfrm rot="0">
            <a:off x="11355705" y="4498340"/>
            <a:ext cx="1250315" cy="53530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lang="ko-KR" altLang="en-US" sz="1600" cap="none" i="0" b="0" strike="noStrike">
                <a:latin typeface="Arial" charset="0"/>
                <a:ea typeface="Arial" charset="0"/>
              </a:rPr>
              <a:t>조회수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cxnSp>
        <p:nvCxnSpPr>
          <p:cNvPr id="157" name="도형 62"/>
          <p:cNvCxnSpPr>
            <a:endCxn id="123" idx="1"/>
          </p:cNvCxnSpPr>
          <p:nvPr/>
        </p:nvCxnSpPr>
        <p:spPr>
          <a:xfrm rot="0" flipV="1">
            <a:off x="3785235" y="4169410"/>
            <a:ext cx="1296035" cy="1810385"/>
          </a:xfrm>
          <a:prstGeom prst="bentConnector3">
            <a:avLst>
              <a:gd name="adj1" fmla="val 49995"/>
            </a:avLst>
          </a:prstGeom>
          <a:ln w="6350" cap="flat" cmpd="sng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도형 63"/>
          <p:cNvCxnSpPr>
            <a:endCxn id="60" idx="1"/>
          </p:cNvCxnSpPr>
          <p:nvPr/>
        </p:nvCxnSpPr>
        <p:spPr>
          <a:xfrm rot="0" flipV="1">
            <a:off x="3759835" y="4862195"/>
            <a:ext cx="1359535" cy="1104900"/>
          </a:xfrm>
          <a:prstGeom prst="bentConnector3">
            <a:avLst>
              <a:gd name="adj1" fmla="val 49995"/>
            </a:avLst>
          </a:prstGeom>
          <a:ln w="6350" cap="flat" cmpd="sng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도형 75"/>
          <p:cNvCxnSpPr>
            <a:stCxn id="101" idx="3"/>
            <a:endCxn id="59" idx="1"/>
          </p:cNvCxnSpPr>
          <p:nvPr/>
        </p:nvCxnSpPr>
        <p:spPr>
          <a:xfrm rot="0" flipV="1">
            <a:off x="3785235" y="3456940"/>
            <a:ext cx="1294130" cy="2510155"/>
          </a:xfrm>
          <a:prstGeom prst="bentConnector3">
            <a:avLst>
              <a:gd name="adj1" fmla="val 49968"/>
            </a:avLst>
          </a:prstGeom>
          <a:ln w="6350" cap="flat" cmpd="sng">
            <a:solidFill>
              <a:srgbClr val="000000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도형 223"/>
          <p:cNvSpPr>
            <a:spLocks/>
          </p:cNvSpPr>
          <p:nvPr/>
        </p:nvSpPr>
        <p:spPr>
          <a:xfrm rot="0">
            <a:off x="4298315" y="6341110"/>
            <a:ext cx="11611610" cy="3107690"/>
          </a:xfrm>
          <a:prstGeom prst="rect"/>
          <a:ln w="9525" cap="flat" cmpd="sng">
            <a:solidFill>
              <a:schemeClr val="lt1">
                <a:alpha val="100000"/>
              </a:scheme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sp>
        <p:nvSpPr>
          <p:cNvPr id="161" name="도형 81"/>
          <p:cNvSpPr>
            <a:spLocks/>
          </p:cNvSpPr>
          <p:nvPr/>
        </p:nvSpPr>
        <p:spPr>
          <a:xfrm rot="0">
            <a:off x="4299585" y="6482080"/>
            <a:ext cx="11611610" cy="2976245"/>
          </a:xfrm>
          <a:prstGeom prst="rect"/>
          <a:solidFill>
            <a:srgbClr val="AFC8AD"/>
          </a:solidFill>
          <a:ln w="9525" cap="flat" cmpd="sng">
            <a:solidFill>
              <a:schemeClr val="lt1">
                <a:alpha val="100000"/>
              </a:scheme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endParaRPr lang="ko-KR" altLang="en-US" sz="1600" cap="none" i="0" b="0" strike="noStrike">
              <a:solidFill>
                <a:srgbClr val="005B41"/>
              </a:solidFill>
              <a:latin typeface="Arial" charset="0"/>
              <a:ea typeface="Arial" charset="0"/>
            </a:endParaRPr>
          </a:p>
        </p:txBody>
      </p:sp>
      <p:grpSp>
        <p:nvGrpSpPr>
          <p:cNvPr id="160" name="그룹 78"/>
          <p:cNvGrpSpPr>
            <a:grpSpLocks/>
          </p:cNvGrpSpPr>
          <p:nvPr/>
        </p:nvGrpSpPr>
        <p:grpSpPr>
          <a:xfrm>
            <a:off x="4991100" y="6704965"/>
            <a:ext cx="10808970" cy="2642870"/>
            <a:chOff x="4991100" y="6704965"/>
            <a:chExt cx="10808970" cy="2642870"/>
          </a:xfrm>
          <a:solidFill>
            <a:schemeClr val="tx2">
              <a:lumMod val="10000"/>
              <a:lumOff val="90000"/>
            </a:schemeClr>
          </a:solidFill>
        </p:grpSpPr>
        <p:sp>
          <p:nvSpPr>
            <p:cNvPr id="75" name="도형 224"/>
            <p:cNvSpPr>
              <a:spLocks/>
            </p:cNvSpPr>
            <p:nvPr/>
          </p:nvSpPr>
          <p:spPr>
            <a:xfrm rot="0">
              <a:off x="5010150" y="7350760"/>
              <a:ext cx="1217930" cy="445135"/>
            </a:xfrm>
            <a:prstGeom prst="roundRect">
              <a:avLst>
                <a:gd name="adj" fmla="val 16667"/>
              </a:avLst>
            </a:prstGeom>
            <a:grpFill/>
            <a:ln w="9525" cap="flat" cmpd="sng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 wrap="square" lIns="91440" tIns="91440" rIns="91440" bIns="91440" numCol="1" vert="horz" anchor="ctr">
              <a:noAutofit/>
            </a:bodyPr>
            <a:lstStyle/>
            <a:p>
              <a:pPr marL="0" indent="0" rtl="0" algn="ctr">
                <a:buFontTx/>
                <a:buNone/>
              </a:pPr>
              <a:r>
                <a:rPr lang="ko-KR" sz="1600" cap="none" i="0" b="0" strike="noStrike">
                  <a:latin typeface="Arial" charset="0"/>
                  <a:ea typeface="Arial" charset="0"/>
                </a:rPr>
                <a:t>마이 </a:t>
              </a:r>
              <a:r>
                <a:rPr lang="ko-KR" sz="1600" cap="none" i="0" b="0" strike="noStrike">
                  <a:latin typeface="Arial" charset="0"/>
                  <a:ea typeface="Arial" charset="0"/>
                </a:rPr>
                <a:t>페이</a:t>
              </a:r>
              <a:r>
                <a:rPr lang="ko-KR" sz="1600" cap="none" i="0" b="0" strike="noStrike">
                  <a:latin typeface="Arial" charset="0"/>
                  <a:ea typeface="Arial" charset="0"/>
                </a:rPr>
                <a:t>지</a:t>
              </a:r>
              <a:endParaRPr lang="ko-KR" altLang="en-US" sz="1600" cap="none" i="0" b="0" strike="noStrike">
                <a:latin typeface="Arial" charset="0"/>
                <a:ea typeface="Arial" charset="0"/>
              </a:endParaRPr>
            </a:p>
          </p:txBody>
        </p:sp>
        <p:sp>
          <p:nvSpPr>
            <p:cNvPr id="76" name="도형 225"/>
            <p:cNvSpPr>
              <a:spLocks/>
            </p:cNvSpPr>
            <p:nvPr/>
          </p:nvSpPr>
          <p:spPr>
            <a:xfrm rot="0">
              <a:off x="4991100" y="6717030"/>
              <a:ext cx="1251585" cy="445135"/>
            </a:xfrm>
            <a:prstGeom prst="roundRect">
              <a:avLst>
                <a:gd name="adj" fmla="val 16667"/>
              </a:avLst>
            </a:prstGeom>
            <a:grpFill/>
            <a:ln w="9525" cap="flat" cmpd="sng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 wrap="square" lIns="91440" tIns="91440" rIns="91440" bIns="91440" numCol="1" vert="horz" anchor="ctr">
              <a:noAutofit/>
            </a:bodyPr>
            <a:lstStyle/>
            <a:p>
              <a:pPr marL="0" indent="0" rtl="0" algn="ctr">
                <a:buFontTx/>
                <a:buNone/>
              </a:pPr>
              <a:r>
                <a:rPr lang="ko-KR" altLang="en-US" sz="1600" cap="none" i="0" b="0" strike="noStrike">
                  <a:latin typeface="Arial" charset="0"/>
                  <a:ea typeface="Arial" charset="0"/>
                </a:rPr>
                <a:t>다이어리</a:t>
              </a:r>
              <a:endParaRPr lang="ko-KR" altLang="en-US" sz="1600" cap="none" i="0" b="0" strike="noStrike">
                <a:latin typeface="Arial" charset="0"/>
                <a:ea typeface="Arial" charset="0"/>
              </a:endParaRPr>
            </a:p>
          </p:txBody>
        </p:sp>
        <p:sp>
          <p:nvSpPr>
            <p:cNvPr id="77" name="도형 226"/>
            <p:cNvSpPr>
              <a:spLocks/>
            </p:cNvSpPr>
            <p:nvPr/>
          </p:nvSpPr>
          <p:spPr>
            <a:xfrm rot="0">
              <a:off x="6625590" y="8100060"/>
              <a:ext cx="1251585" cy="445135"/>
            </a:xfrm>
            <a:prstGeom prst="roundRect">
              <a:avLst>
                <a:gd name="adj" fmla="val 16667"/>
              </a:avLst>
            </a:prstGeom>
            <a:grpFill/>
            <a:ln w="9525" cap="flat" cmpd="sng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 wrap="square" lIns="91440" tIns="91440" rIns="91440" bIns="91440" numCol="1" vert="horz" anchor="ctr">
              <a:noAutofit/>
            </a:bodyPr>
            <a:lstStyle/>
            <a:p>
              <a:pPr marL="0" indent="0" rtl="0" algn="ctr">
                <a:buFontTx/>
                <a:buNone/>
              </a:pPr>
              <a:r>
                <a:rPr lang="ko-KR" altLang="en-US" sz="1600" cap="none" i="0" b="0" strike="noStrike">
                  <a:latin typeface="Arial" charset="0"/>
                  <a:ea typeface="Arial" charset="0"/>
                </a:rPr>
                <a:t>회원 수정</a:t>
              </a:r>
              <a:endParaRPr lang="ko-KR" altLang="en-US" sz="1600" cap="none" i="0" b="0" strike="noStrike">
                <a:latin typeface="Arial" charset="0"/>
                <a:ea typeface="Arial" charset="0"/>
              </a:endParaRPr>
            </a:p>
          </p:txBody>
        </p:sp>
        <p:sp>
          <p:nvSpPr>
            <p:cNvPr id="78" name="도형 227"/>
            <p:cNvSpPr>
              <a:spLocks/>
            </p:cNvSpPr>
            <p:nvPr/>
          </p:nvSpPr>
          <p:spPr>
            <a:xfrm rot="0">
              <a:off x="6550025" y="6715760"/>
              <a:ext cx="1251585" cy="445135"/>
            </a:xfrm>
            <a:prstGeom prst="roundRect">
              <a:avLst>
                <a:gd name="adj" fmla="val 16667"/>
              </a:avLst>
            </a:prstGeom>
            <a:grpFill/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</a:ln>
          </p:spPr>
          <p:txBody>
            <a:bodyPr wrap="square" lIns="91440" tIns="91440" rIns="91440" bIns="91440" numCol="1" vert="horz" anchor="ctr">
              <a:noAutofit/>
            </a:bodyPr>
            <a:lstStyle/>
            <a:p>
              <a:pPr marL="0" indent="0" rtl="0" algn="ctr">
                <a:buFontTx/>
                <a:buNone/>
              </a:pPr>
              <a:r>
                <a:rPr lang="ko-KR" altLang="en-US" sz="1600" cap="none" i="0" b="0" strike="noStrike">
                  <a:latin typeface="Arial" charset="0"/>
                  <a:ea typeface="Arial" charset="0"/>
                </a:rPr>
                <a:t>산책 기록</a:t>
              </a:r>
              <a:endParaRPr lang="ko-KR" altLang="en-US" sz="1600" cap="none" i="0" b="0" strike="noStrike">
                <a:latin typeface="Arial" charset="0"/>
                <a:ea typeface="Arial" charset="0"/>
              </a:endParaRPr>
            </a:p>
          </p:txBody>
        </p:sp>
        <p:sp>
          <p:nvSpPr>
            <p:cNvPr id="79" name="도형 228"/>
            <p:cNvSpPr>
              <a:spLocks/>
            </p:cNvSpPr>
            <p:nvPr/>
          </p:nvSpPr>
          <p:spPr>
            <a:xfrm rot="0">
              <a:off x="8076565" y="6715760"/>
              <a:ext cx="1234440" cy="445135"/>
            </a:xfrm>
            <a:prstGeom prst="roundRect">
              <a:avLst>
                <a:gd name="adj" fmla="val 16667"/>
              </a:avLst>
            </a:prstGeom>
            <a:grpFill/>
            <a:ln w="9525" cap="flat" cmpd="sng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 wrap="square" lIns="91440" tIns="91440" rIns="91440" bIns="91440" numCol="1" vert="horz" anchor="ctr">
              <a:noAutofit/>
            </a:bodyPr>
            <a:lstStyle/>
            <a:p>
              <a:pPr marL="0" indent="0" rtl="0" algn="ctr">
                <a:buFontTx/>
                <a:buNone/>
              </a:pPr>
              <a:r>
                <a:rPr lang="ko-KR" altLang="en-US" sz="1600" cap="none" i="0" b="0" strike="noStrike">
                  <a:latin typeface="Arial" charset="0"/>
                  <a:ea typeface="Arial" charset="0"/>
                </a:rPr>
                <a:t>사료/간식/영양제</a:t>
              </a:r>
              <a:endParaRPr lang="ko-KR" altLang="en-US" sz="1600" cap="none" i="0" b="0" strike="noStrike">
                <a:latin typeface="Arial" charset="0"/>
                <a:ea typeface="Arial" charset="0"/>
              </a:endParaRPr>
            </a:p>
          </p:txBody>
        </p:sp>
        <p:sp>
          <p:nvSpPr>
            <p:cNvPr id="80" name="도형 229"/>
            <p:cNvSpPr>
              <a:spLocks/>
            </p:cNvSpPr>
            <p:nvPr/>
          </p:nvSpPr>
          <p:spPr>
            <a:xfrm rot="0">
              <a:off x="8184515" y="8097520"/>
              <a:ext cx="1251585" cy="445135"/>
            </a:xfrm>
            <a:prstGeom prst="roundRect">
              <a:avLst>
                <a:gd name="adj" fmla="val 16667"/>
              </a:avLst>
            </a:prstGeom>
            <a:grpFill/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</a:ln>
          </p:spPr>
          <p:txBody>
            <a:bodyPr wrap="square" lIns="91440" tIns="91440" rIns="91440" bIns="91440" numCol="1" vert="horz" anchor="ctr">
              <a:noAutofit/>
            </a:bodyPr>
            <a:lstStyle/>
            <a:p>
              <a:pPr marL="0" indent="0" rtl="0" algn="ctr">
                <a:buFontTx/>
                <a:buNone/>
              </a:pPr>
              <a:r>
                <a:rPr lang="ko-KR" altLang="en-US" sz="1600" cap="none" i="0" b="0" strike="noStrike">
                  <a:latin typeface="Arial" charset="0"/>
                  <a:ea typeface="Arial" charset="0"/>
                </a:rPr>
                <a:t>회원 탈퇴</a:t>
              </a:r>
              <a:endParaRPr lang="ko-KR" altLang="en-US" sz="1600" cap="none" i="0" b="0" strike="noStrike">
                <a:latin typeface="Arial" charset="0"/>
                <a:ea typeface="Arial" charset="0"/>
              </a:endParaRPr>
            </a:p>
          </p:txBody>
        </p:sp>
        <p:sp>
          <p:nvSpPr>
            <p:cNvPr id="81" name="도형 230"/>
            <p:cNvSpPr>
              <a:spLocks/>
            </p:cNvSpPr>
            <p:nvPr/>
          </p:nvSpPr>
          <p:spPr>
            <a:xfrm rot="0">
              <a:off x="11179810" y="6706235"/>
              <a:ext cx="1195705" cy="445135"/>
            </a:xfrm>
            <a:prstGeom prst="roundRect">
              <a:avLst>
                <a:gd name="adj" fmla="val 16667"/>
              </a:avLst>
            </a:prstGeom>
            <a:grpFill/>
            <a:ln w="9525" cap="flat" cmpd="sng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 wrap="square" lIns="91440" tIns="91440" rIns="91440" bIns="91440" numCol="1" vert="horz" anchor="ctr">
              <a:noAutofit/>
            </a:bodyPr>
            <a:lstStyle/>
            <a:p>
              <a:pPr marL="0" indent="0" rtl="0" algn="ctr">
                <a:buFontTx/>
                <a:buNone/>
              </a:pPr>
              <a:r>
                <a:rPr lang="ko-KR" altLang="en-US" sz="1600" cap="none" i="0" b="0" strike="noStrike">
                  <a:latin typeface="Arial" charset="0"/>
                  <a:ea typeface="Arial" charset="0"/>
                </a:rPr>
                <a:t>건강</a:t>
              </a:r>
              <a:endParaRPr lang="ko-KR" altLang="en-US" sz="1600" cap="none" i="0" b="0" strike="noStrike">
                <a:latin typeface="Arial" charset="0"/>
                <a:ea typeface="Arial" charset="0"/>
              </a:endParaRPr>
            </a:p>
          </p:txBody>
        </p:sp>
        <p:sp>
          <p:nvSpPr>
            <p:cNvPr id="83" name="도형 231"/>
            <p:cNvSpPr>
              <a:spLocks/>
            </p:cNvSpPr>
            <p:nvPr/>
          </p:nvSpPr>
          <p:spPr>
            <a:xfrm rot="0">
              <a:off x="9649460" y="6704965"/>
              <a:ext cx="1251585" cy="445135"/>
            </a:xfrm>
            <a:prstGeom prst="roundRect">
              <a:avLst>
                <a:gd name="adj" fmla="val 16667"/>
              </a:avLst>
            </a:prstGeom>
            <a:grpFill/>
            <a:ln w="9525" cap="flat" cmpd="sng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 wrap="square" lIns="91440" tIns="91440" rIns="91440" bIns="91440" numCol="1" vert="horz" anchor="ctr">
              <a:noAutofit/>
            </a:bodyPr>
            <a:lstStyle/>
            <a:p>
              <a:pPr marL="0" indent="0" rtl="0" algn="ctr">
                <a:buFontTx/>
                <a:buNone/>
              </a:pPr>
              <a:r>
                <a:rPr lang="ko-KR" altLang="en-US" sz="1600" cap="none" i="0" b="0" strike="noStrike">
                  <a:latin typeface="Arial" charset="0"/>
                  <a:ea typeface="Arial" charset="0"/>
                </a:rPr>
                <a:t>체중</a:t>
              </a:r>
              <a:endParaRPr lang="ko-KR" altLang="en-US" sz="1600" cap="none" i="0" b="0" strike="noStrike">
                <a:latin typeface="Arial" charset="0"/>
                <a:ea typeface="Arial" charset="0"/>
              </a:endParaRPr>
            </a:p>
          </p:txBody>
        </p:sp>
        <p:sp>
          <p:nvSpPr>
            <p:cNvPr id="84" name="도형 232"/>
            <p:cNvSpPr>
              <a:spLocks/>
            </p:cNvSpPr>
            <p:nvPr/>
          </p:nvSpPr>
          <p:spPr>
            <a:xfrm rot="0">
              <a:off x="12667615" y="6717030"/>
              <a:ext cx="1222375" cy="445770"/>
            </a:xfrm>
            <a:prstGeom prst="roundRect">
              <a:avLst>
                <a:gd name="adj" fmla="val 16667"/>
              </a:avLst>
            </a:prstGeom>
            <a:grpFill/>
            <a:ln w="9525" cap="flat" cmpd="sng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 wrap="square" lIns="91440" tIns="91440" rIns="91440" bIns="91440" numCol="1" vert="horz" anchor="ctr">
              <a:noAutofit/>
            </a:bodyPr>
            <a:lstStyle/>
            <a:p>
              <a:pPr marL="0" indent="0" rtl="0" algn="ctr">
                <a:buFontTx/>
                <a:buNone/>
              </a:pPr>
              <a:r>
                <a:rPr lang="ko-KR" altLang="en-US" sz="1600" cap="none" i="0" b="0" strike="noStrike">
                  <a:latin typeface="Arial" charset="0"/>
                  <a:ea typeface="Arial" charset="0"/>
                </a:rPr>
                <a:t>메모</a:t>
              </a:r>
              <a:endParaRPr lang="ko-KR" altLang="en-US" sz="1600" cap="none" i="0" b="0" strike="noStrike">
                <a:latin typeface="Arial" charset="0"/>
                <a:ea typeface="Arial" charset="0"/>
              </a:endParaRPr>
            </a:p>
          </p:txBody>
        </p:sp>
        <p:sp>
          <p:nvSpPr>
            <p:cNvPr id="85" name="도형 234"/>
            <p:cNvSpPr>
              <a:spLocks/>
            </p:cNvSpPr>
            <p:nvPr/>
          </p:nvSpPr>
          <p:spPr>
            <a:xfrm rot="0">
              <a:off x="6612255" y="7350760"/>
              <a:ext cx="1454150" cy="445135"/>
            </a:xfrm>
            <a:prstGeom prst="roundRect">
              <a:avLst>
                <a:gd name="adj" fmla="val 16667"/>
              </a:avLst>
            </a:prstGeom>
            <a:grpFill/>
            <a:ln w="9525" cap="flat" cmpd="sng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 wrap="square" lIns="91440" tIns="91440" rIns="91440" bIns="91440" numCol="1" vert="horz" anchor="ctr">
              <a:noAutofit/>
            </a:bodyPr>
            <a:lstStyle/>
            <a:p>
              <a:pPr marL="0" indent="0" rtl="0" algn="ctr">
                <a:buFontTx/>
                <a:buNone/>
              </a:pPr>
              <a:r>
                <a:rPr sz="1600" cap="none" i="0" b="0" strike="noStrike">
                  <a:latin typeface="Arial" charset="0"/>
                  <a:ea typeface="Arial" charset="0"/>
                </a:rPr>
                <a:t>반려동</a:t>
              </a:r>
              <a:r>
                <a:rPr lang="ko-KR" sz="1600" cap="none" i="0" b="0" strike="noStrike">
                  <a:latin typeface="Arial" charset="0"/>
                  <a:ea typeface="Arial" charset="0"/>
                </a:rPr>
                <a:t>물등록</a:t>
              </a:r>
              <a:endParaRPr lang="ko-KR" altLang="en-US" sz="1600" cap="none" i="0" b="0" strike="noStrike">
                <a:latin typeface="Arial" charset="0"/>
                <a:ea typeface="Arial" charset="0"/>
              </a:endParaRPr>
            </a:p>
          </p:txBody>
        </p:sp>
        <p:sp>
          <p:nvSpPr>
            <p:cNvPr id="86" name="도형 235"/>
            <p:cNvSpPr>
              <a:spLocks/>
            </p:cNvSpPr>
            <p:nvPr/>
          </p:nvSpPr>
          <p:spPr>
            <a:xfrm rot="0">
              <a:off x="6625590" y="8832850"/>
              <a:ext cx="1251585" cy="445135"/>
            </a:xfrm>
            <a:prstGeom prst="roundRect">
              <a:avLst>
                <a:gd name="adj" fmla="val 16667"/>
              </a:avLst>
            </a:prstGeom>
            <a:grpFill/>
            <a:ln w="9525" cap="flat" cmpd="sng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 wrap="square" lIns="91440" tIns="91440" rIns="91440" bIns="91440" numCol="1" vert="horz" anchor="ctr">
              <a:noAutofit/>
            </a:bodyPr>
            <a:lstStyle/>
            <a:p>
              <a:pPr marL="0" indent="0" rtl="0" algn="ctr">
                <a:buFontTx/>
                <a:buNone/>
              </a:pPr>
              <a:r>
                <a:rPr sz="1600" cap="none" i="0" b="0" strike="noStrike">
                  <a:latin typeface="Arial" charset="0"/>
                  <a:ea typeface="Arial" charset="0"/>
                </a:rPr>
                <a:t>통</a:t>
              </a:r>
              <a:r>
                <a:rPr lang="ko-KR" sz="1600" cap="none" i="0" b="0" strike="noStrike">
                  <a:latin typeface="Arial" charset="0"/>
                  <a:ea typeface="Arial" charset="0"/>
                </a:rPr>
                <a:t>계</a:t>
              </a:r>
              <a:endParaRPr lang="ko-KR" altLang="en-US" sz="1600" cap="none" i="0" b="0" strike="noStrike">
                <a:latin typeface="Arial" charset="0"/>
                <a:ea typeface="Arial" charset="0"/>
              </a:endParaRPr>
            </a:p>
          </p:txBody>
        </p:sp>
        <p:sp>
          <p:nvSpPr>
            <p:cNvPr id="87" name="텍스트 상자 236"/>
            <p:cNvSpPr txBox="1">
              <a:spLocks/>
            </p:cNvSpPr>
            <p:nvPr/>
          </p:nvSpPr>
          <p:spPr>
            <a:xfrm rot="0">
              <a:off x="13048615" y="8769350"/>
              <a:ext cx="2751455" cy="578485"/>
            </a:xfrm>
            <a:prstGeom prst="rect"/>
            <a:solidFill>
              <a:srgbClr val="AFC8AD"/>
            </a:solidFill>
            <a:ln>
              <a:noFill/>
              <a:prstDash/>
            </a:ln>
          </p:spPr>
          <p:txBody>
            <a:bodyPr wrap="square" lIns="91440" tIns="91440" rIns="91440" bIns="91440" numCol="1" vert="horz" anchor="ctr">
              <a:noAutofit/>
            </a:bodyPr>
            <a:lstStyle/>
            <a:p>
              <a:pPr marL="0" indent="0" rtl="0" algn="ctr">
                <a:buFontTx/>
                <a:buNone/>
              </a:pPr>
              <a:r>
                <a:rPr lang="ko-KR" sz="1600" cap="none" i="0" b="1" strike="noStrike">
                  <a:solidFill>
                    <a:schemeClr val="dk2"/>
                  </a:solidFill>
                  <a:latin typeface="Arial" charset="0"/>
                  <a:ea typeface="Arial" charset="0"/>
                </a:rPr>
                <a:t>내 반려동물 일지</a:t>
              </a:r>
              <a:endParaRPr lang="ko-KR" altLang="en-US" sz="1600" cap="none" i="0" b="1" strike="noStrike">
                <a:solidFill>
                  <a:schemeClr val="dk2"/>
                </a:solidFill>
                <a:latin typeface="Arial" charset="0"/>
                <a:ea typeface="Arial" charset="0"/>
              </a:endParaRPr>
            </a:p>
          </p:txBody>
        </p:sp>
        <p:cxnSp>
          <p:nvCxnSpPr>
            <p:cNvPr id="89" name="도형 238"/>
            <p:cNvCxnSpPr/>
            <p:nvPr/>
          </p:nvCxnSpPr>
          <p:spPr>
            <a:xfrm rot="0">
              <a:off x="6224270" y="7571105"/>
              <a:ext cx="390525" cy="3175"/>
            </a:xfrm>
            <a:prstGeom prst="bentConnector3">
              <a:avLst>
                <a:gd name="adj1" fmla="val 53843"/>
              </a:avLst>
            </a:prstGeom>
            <a:grpFill/>
            <a:ln w="9525" cap="flat" cmpd="sng">
              <a:solidFill>
                <a:schemeClr val="dk2">
                  <a:alpha val="100000"/>
                </a:schemeClr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도형 239"/>
            <p:cNvCxnSpPr/>
            <p:nvPr/>
          </p:nvCxnSpPr>
          <p:spPr>
            <a:xfrm rot="0">
              <a:off x="6224270" y="7571105"/>
              <a:ext cx="377825" cy="735965"/>
            </a:xfrm>
            <a:prstGeom prst="bentConnector3">
              <a:avLst>
                <a:gd name="adj1" fmla="val 50000"/>
              </a:avLst>
            </a:prstGeom>
            <a:grpFill/>
            <a:ln w="9525" cap="flat" cmpd="sng">
              <a:solidFill>
                <a:schemeClr val="dk2">
                  <a:alpha val="100000"/>
                </a:schemeClr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도형 240"/>
            <p:cNvCxnSpPr>
              <a:stCxn id="166" idx="3"/>
            </p:cNvCxnSpPr>
            <p:nvPr/>
          </p:nvCxnSpPr>
          <p:spPr>
            <a:xfrm rot="0">
              <a:off x="6294120" y="8906510"/>
              <a:ext cx="307975" cy="132080"/>
            </a:xfrm>
            <a:prstGeom prst="bentConnector3">
              <a:avLst>
                <a:gd name="adj1" fmla="val 49977"/>
              </a:avLst>
            </a:prstGeom>
            <a:grpFill/>
            <a:ln w="9525" cap="flat" cmpd="sng">
              <a:solidFill>
                <a:schemeClr val="dk2">
                  <a:alpha val="100000"/>
                </a:schemeClr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도형 242"/>
            <p:cNvCxnSpPr/>
            <p:nvPr/>
          </p:nvCxnSpPr>
          <p:spPr>
            <a:xfrm rot="10800000" flipH="1">
              <a:off x="6237605" y="6934200"/>
              <a:ext cx="314325" cy="3175"/>
            </a:xfrm>
            <a:prstGeom prst="straightConnector1"/>
            <a:grpFill/>
            <a:ln w="9525" cap="flat" cmpd="sng">
              <a:solidFill>
                <a:schemeClr val="dk2">
                  <a:alpha val="100000"/>
                </a:schemeClr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도형 243"/>
            <p:cNvCxnSpPr/>
            <p:nvPr/>
          </p:nvCxnSpPr>
          <p:spPr>
            <a:xfrm rot="0">
              <a:off x="7799705" y="6936740"/>
              <a:ext cx="280035" cy="3175"/>
            </a:xfrm>
            <a:prstGeom prst="straightConnector1"/>
            <a:grpFill/>
            <a:ln w="9525" cap="flat" cmpd="sng">
              <a:solidFill>
                <a:schemeClr val="dk2">
                  <a:alpha val="100000"/>
                </a:schemeClr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도형 244"/>
            <p:cNvCxnSpPr/>
            <p:nvPr/>
          </p:nvCxnSpPr>
          <p:spPr>
            <a:xfrm rot="0">
              <a:off x="9334500" y="6949440"/>
              <a:ext cx="280035" cy="3175"/>
            </a:xfrm>
            <a:prstGeom prst="straightConnector1"/>
            <a:grpFill/>
            <a:ln w="9525" cap="flat" cmpd="sng">
              <a:solidFill>
                <a:schemeClr val="dk2">
                  <a:alpha val="100000"/>
                </a:schemeClr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도형 245"/>
            <p:cNvCxnSpPr/>
            <p:nvPr/>
          </p:nvCxnSpPr>
          <p:spPr>
            <a:xfrm rot="10800000" flipH="1">
              <a:off x="7872095" y="8316595"/>
              <a:ext cx="314325" cy="5715"/>
            </a:xfrm>
            <a:prstGeom prst="straightConnector1"/>
            <a:grpFill/>
            <a:ln w="9525" cap="flat" cmpd="sng">
              <a:solidFill>
                <a:schemeClr val="dk2">
                  <a:alpha val="100000"/>
                </a:schemeClr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도형 246"/>
            <p:cNvCxnSpPr/>
            <p:nvPr/>
          </p:nvCxnSpPr>
          <p:spPr>
            <a:xfrm rot="0">
              <a:off x="10890250" y="6941185"/>
              <a:ext cx="280035" cy="3175"/>
            </a:xfrm>
            <a:prstGeom prst="straightConnector1"/>
            <a:grpFill/>
            <a:ln w="9525" cap="flat" cmpd="sng">
              <a:solidFill>
                <a:schemeClr val="dk2">
                  <a:alpha val="100000"/>
                </a:schemeClr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도형 247"/>
            <p:cNvCxnSpPr/>
            <p:nvPr/>
          </p:nvCxnSpPr>
          <p:spPr>
            <a:xfrm rot="0">
              <a:off x="12373610" y="6941820"/>
              <a:ext cx="281940" cy="5715"/>
            </a:xfrm>
            <a:prstGeom prst="straightConnector1"/>
            <a:grpFill/>
            <a:ln w="9525" cap="flat" cmpd="sng">
              <a:solidFill>
                <a:schemeClr val="dk2">
                  <a:alpha val="100000"/>
                </a:schemeClr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도형 248"/>
            <p:cNvSpPr>
              <a:spLocks/>
            </p:cNvSpPr>
            <p:nvPr/>
          </p:nvSpPr>
          <p:spPr>
            <a:xfrm rot="0">
              <a:off x="8188960" y="8829040"/>
              <a:ext cx="2070100" cy="445135"/>
            </a:xfrm>
            <a:prstGeom prst="roundRect">
              <a:avLst>
                <a:gd name="adj" fmla="val 16667"/>
              </a:avLst>
            </a:prstGeom>
            <a:grpFill/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</a:ln>
          </p:spPr>
          <p:txBody>
            <a:bodyPr wrap="square" lIns="91440" tIns="91440" rIns="91440" bIns="91440" numCol="1" vert="horz" anchor="ctr">
              <a:noAutofit/>
            </a:bodyPr>
            <a:lstStyle/>
            <a:p>
              <a:pPr marL="0" indent="0" rtl="0" algn="ctr">
                <a:buFontTx/>
                <a:buNone/>
              </a:pPr>
              <a:r>
                <a:rPr sz="1600" cap="none" i="0" b="0" strike="noStrike">
                  <a:latin typeface="Arial" charset="0"/>
                  <a:ea typeface="Arial" charset="0"/>
                </a:rPr>
                <a:t>회원</a:t>
              </a:r>
              <a:r>
                <a:rPr lang="ko-KR" sz="1600" cap="none" i="0" b="0" strike="noStrike">
                  <a:latin typeface="Arial" charset="0"/>
                  <a:ea typeface="Arial" charset="0"/>
                </a:rPr>
                <a:t>/</a:t>
              </a:r>
              <a:r>
                <a:rPr lang="ko-KR" sz="1600" cap="none" i="0" b="0" strike="noStrike">
                  <a:latin typeface="Arial" charset="0"/>
                  <a:ea typeface="Arial" charset="0"/>
                </a:rPr>
                <a:t>게시</a:t>
              </a:r>
              <a:r>
                <a:rPr lang="ko-KR" sz="1600" cap="none" i="0" b="0" strike="noStrike">
                  <a:latin typeface="Arial" charset="0"/>
                  <a:ea typeface="Arial" charset="0"/>
                </a:rPr>
                <a:t>글/</a:t>
              </a:r>
              <a:r>
                <a:rPr lang="ko-KR" sz="1600" cap="none" i="0" b="0" strike="noStrike">
                  <a:latin typeface="Arial" charset="0"/>
                  <a:ea typeface="Arial" charset="0"/>
                </a:rPr>
                <a:t>댓</a:t>
              </a:r>
              <a:r>
                <a:rPr lang="ko-KR" sz="1600" cap="none" i="0" b="0" strike="noStrike">
                  <a:latin typeface="Arial" charset="0"/>
                  <a:ea typeface="Arial" charset="0"/>
                </a:rPr>
                <a:t>글 </a:t>
              </a:r>
              <a:r>
                <a:rPr lang="ko-KR" sz="1600" cap="none" i="0" b="0" strike="noStrike">
                  <a:latin typeface="Arial" charset="0"/>
                  <a:ea typeface="Arial" charset="0"/>
                </a:rPr>
                <a:t>관</a:t>
              </a:r>
              <a:r>
                <a:rPr lang="ko-KR" sz="1600" cap="none" i="0" b="0" strike="noStrike">
                  <a:latin typeface="Arial" charset="0"/>
                  <a:ea typeface="Arial" charset="0"/>
                </a:rPr>
                <a:t>리 </a:t>
              </a:r>
              <a:r>
                <a:rPr lang="ko-KR" sz="1600" cap="none" i="0" b="0" strike="noStrike">
                  <a:latin typeface="Arial" charset="0"/>
                  <a:ea typeface="Arial" charset="0"/>
                </a:rPr>
                <a:t>메</a:t>
              </a:r>
              <a:r>
                <a:rPr lang="ko-KR" sz="1600" cap="none" i="0" b="0" strike="noStrike">
                  <a:latin typeface="Arial" charset="0"/>
                  <a:ea typeface="Arial" charset="0"/>
                </a:rPr>
                <a:t>뉴</a:t>
              </a:r>
              <a:endParaRPr lang="ko-KR" altLang="en-US" sz="1600" cap="none" i="0" b="0" strike="noStrike">
                <a:latin typeface="Arial" charset="0"/>
                <a:ea typeface="Arial" charset="0"/>
              </a:endParaRPr>
            </a:p>
          </p:txBody>
        </p:sp>
        <p:cxnSp>
          <p:nvCxnSpPr>
            <p:cNvPr id="106" name="도형 257"/>
            <p:cNvCxnSpPr/>
            <p:nvPr/>
          </p:nvCxnSpPr>
          <p:spPr>
            <a:xfrm rot="10800000" flipH="1">
              <a:off x="7859395" y="9065260"/>
              <a:ext cx="314325" cy="5715"/>
            </a:xfrm>
            <a:prstGeom prst="straightConnector1"/>
            <a:grpFill/>
            <a:ln w="9525" cap="flat" cmpd="sng">
              <a:solidFill>
                <a:schemeClr val="dk2">
                  <a:alpha val="100000"/>
                </a:schemeClr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도형 258"/>
            <p:cNvSpPr>
              <a:spLocks/>
            </p:cNvSpPr>
            <p:nvPr/>
          </p:nvSpPr>
          <p:spPr>
            <a:xfrm rot="0">
              <a:off x="8397240" y="7333615"/>
              <a:ext cx="1905635" cy="445135"/>
            </a:xfrm>
            <a:prstGeom prst="roundRect">
              <a:avLst>
                <a:gd name="adj" fmla="val 16667"/>
              </a:avLst>
            </a:prstGeom>
            <a:grpFill/>
            <a:ln w="9525" cap="flat" cmpd="sng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 wrap="square" lIns="91440" tIns="91440" rIns="91440" bIns="91440" numCol="1" vert="horz" anchor="ctr">
              <a:noAutofit/>
            </a:bodyPr>
            <a:lstStyle/>
            <a:p>
              <a:pPr marL="0" indent="0" rtl="0" algn="ctr">
                <a:buFontTx/>
                <a:buNone/>
              </a:pPr>
              <a:r>
                <a:rPr lang="ko-KR" sz="1600" cap="none" i="0" b="0" strike="noStrike">
                  <a:latin typeface="Arial" charset="0"/>
                  <a:ea typeface="Arial" charset="0"/>
                </a:rPr>
                <a:t>반려동물 수정/삭제</a:t>
              </a:r>
              <a:endParaRPr lang="ko-KR" altLang="en-US" sz="1600" cap="none" i="0" b="0" strike="noStrike">
                <a:latin typeface="Arial" charset="0"/>
                <a:ea typeface="Arial" charset="0"/>
              </a:endParaRPr>
            </a:p>
          </p:txBody>
        </p:sp>
        <p:cxnSp>
          <p:nvCxnSpPr>
            <p:cNvPr id="108" name="도형 259"/>
            <p:cNvCxnSpPr/>
            <p:nvPr/>
          </p:nvCxnSpPr>
          <p:spPr>
            <a:xfrm rot="10800000" flipH="1">
              <a:off x="8067675" y="7569200"/>
              <a:ext cx="314325" cy="5715"/>
            </a:xfrm>
            <a:prstGeom prst="straightConnector1"/>
            <a:grpFill/>
            <a:ln w="9525" cap="flat" cmpd="sng">
              <a:solidFill>
                <a:schemeClr val="dk2">
                  <a:alpha val="100000"/>
                </a:schemeClr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6" name="도형 61"/>
          <p:cNvCxnSpPr>
            <a:stCxn id="101" idx="3"/>
            <a:endCxn id="75" idx="1"/>
          </p:cNvCxnSpPr>
          <p:nvPr/>
        </p:nvCxnSpPr>
        <p:spPr>
          <a:xfrm rot="0">
            <a:off x="3785870" y="5967095"/>
            <a:ext cx="1225550" cy="1607185"/>
          </a:xfrm>
          <a:prstGeom prst="bentConnector3">
            <a:avLst>
              <a:gd name="adj1" fmla="val 52968"/>
            </a:avLst>
          </a:prstGeom>
          <a:ln w="6350" cap="flat" cmpd="sng">
            <a:solidFill>
              <a:srgbClr val="000000">
                <a:alpha val="100000"/>
              </a:srgb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도형 82"/>
          <p:cNvCxnSpPr>
            <a:stCxn id="101" idx="3"/>
          </p:cNvCxnSpPr>
          <p:nvPr/>
        </p:nvCxnSpPr>
        <p:spPr>
          <a:xfrm rot="0">
            <a:off x="3785870" y="5967095"/>
            <a:ext cx="1207135" cy="974090"/>
          </a:xfrm>
          <a:prstGeom prst="bentConnector3">
            <a:avLst>
              <a:gd name="adj1" fmla="val 53792"/>
            </a:avLst>
          </a:prstGeom>
          <a:ln w="6350" cap="flat" cmpd="sng">
            <a:solidFill>
              <a:srgbClr val="000000">
                <a:alpha val="100000"/>
              </a:srgb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도형 78"/>
          <p:cNvSpPr>
            <a:spLocks/>
          </p:cNvSpPr>
          <p:nvPr/>
        </p:nvSpPr>
        <p:spPr>
          <a:xfrm rot="0">
            <a:off x="8210550" y="3907790"/>
            <a:ext cx="1250315" cy="53530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lang="ko-KR" altLang="en-US" sz="1600" cap="none" i="0" b="0" strike="noStrike">
                <a:latin typeface="Arial" charset="0"/>
                <a:ea typeface="Arial" charset="0"/>
              </a:rPr>
              <a:t>병원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sp>
        <p:nvSpPr>
          <p:cNvPr id="164" name="도형 79"/>
          <p:cNvSpPr>
            <a:spLocks/>
          </p:cNvSpPr>
          <p:nvPr/>
        </p:nvSpPr>
        <p:spPr>
          <a:xfrm rot="0">
            <a:off x="9766935" y="3903345"/>
            <a:ext cx="1250315" cy="53530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lang="ko-KR" altLang="en-US" sz="1600" cap="none" i="0" b="0" strike="noStrike">
                <a:latin typeface="Arial" charset="0"/>
                <a:ea typeface="Arial" charset="0"/>
              </a:rPr>
              <a:t>카페 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sp>
        <p:nvSpPr>
          <p:cNvPr id="165" name="도형 80"/>
          <p:cNvSpPr>
            <a:spLocks/>
          </p:cNvSpPr>
          <p:nvPr/>
        </p:nvSpPr>
        <p:spPr>
          <a:xfrm rot="0">
            <a:off x="11330305" y="3917950"/>
            <a:ext cx="1250315" cy="53530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lang="ko-KR" altLang="en-US" sz="1600" cap="none" i="0" b="0" strike="noStrike">
                <a:latin typeface="Arial" charset="0"/>
                <a:ea typeface="Arial" charset="0"/>
              </a:rPr>
              <a:t>펜션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sp>
        <p:nvSpPr>
          <p:cNvPr id="166" name="도형 83"/>
          <p:cNvSpPr>
            <a:spLocks/>
          </p:cNvSpPr>
          <p:nvPr/>
        </p:nvSpPr>
        <p:spPr>
          <a:xfrm rot="0">
            <a:off x="5076825" y="8684260"/>
            <a:ext cx="1217930" cy="445135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  <a:lumOff val="90000"/>
            </a:schemeClr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lang="ko-KR" sz="1600" cap="none" i="0" b="0" strike="noStrike">
                <a:latin typeface="Arial" charset="0"/>
                <a:ea typeface="Arial" charset="0"/>
              </a:rPr>
              <a:t>관리자 </a:t>
            </a:r>
            <a:r>
              <a:rPr lang="ko-KR" sz="1600" cap="none" i="0" b="0" strike="noStrike">
                <a:latin typeface="Arial" charset="0"/>
                <a:ea typeface="Arial" charset="0"/>
              </a:rPr>
              <a:t>페이</a:t>
            </a:r>
            <a:r>
              <a:rPr lang="ko-KR" sz="1600" cap="none" i="0" b="0" strike="noStrike">
                <a:latin typeface="Arial" charset="0"/>
                <a:ea typeface="Arial" charset="0"/>
              </a:rPr>
              <a:t>지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cxnSp>
        <p:nvCxnSpPr>
          <p:cNvPr id="167" name="도형 84"/>
          <p:cNvCxnSpPr>
            <a:stCxn id="101" idx="3"/>
            <a:endCxn id="166" idx="1"/>
          </p:cNvCxnSpPr>
          <p:nvPr/>
        </p:nvCxnSpPr>
        <p:spPr>
          <a:xfrm rot="0">
            <a:off x="3785870" y="5967095"/>
            <a:ext cx="1291590" cy="2940050"/>
          </a:xfrm>
          <a:prstGeom prst="bentConnector3">
            <a:avLst>
              <a:gd name="adj1" fmla="val 49968"/>
            </a:avLst>
          </a:prstGeom>
          <a:ln w="6350" cap="flat" cmpd="sng">
            <a:solidFill>
              <a:srgbClr val="000000">
                <a:alpha val="100000"/>
              </a:srgb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도형 7"/>
          <p:cNvSpPr>
            <a:spLocks/>
          </p:cNvSpPr>
          <p:nvPr/>
        </p:nvSpPr>
        <p:spPr>
          <a:xfrm rot="0">
            <a:off x="12886055" y="3917315"/>
            <a:ext cx="1250315" cy="53530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lang="ko-KR" altLang="en-US" sz="1600" cap="none" i="0" b="0" strike="noStrike">
                <a:latin typeface="Arial" charset="0"/>
                <a:ea typeface="Arial" charset="0"/>
              </a:rPr>
              <a:t>용품점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sp>
        <p:nvSpPr>
          <p:cNvPr id="169" name="도형 8"/>
          <p:cNvSpPr>
            <a:spLocks/>
          </p:cNvSpPr>
          <p:nvPr/>
        </p:nvSpPr>
        <p:spPr>
          <a:xfrm rot="0">
            <a:off x="6656705" y="4535805"/>
            <a:ext cx="1361440" cy="53530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sz="1600" cap="none" i="0" b="0" strike="noStrike">
                <a:latin typeface="Arial" charset="0"/>
                <a:ea typeface="Arial" charset="0"/>
              </a:rPr>
              <a:t>게시</a:t>
            </a:r>
            <a:r>
              <a:rPr lang="ko-KR" sz="1600" cap="none" i="0" b="0" strike="noStrike">
                <a:latin typeface="Arial" charset="0"/>
                <a:ea typeface="Arial" charset="0"/>
              </a:rPr>
              <a:t>판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sp>
        <p:nvSpPr>
          <p:cNvPr id="170" name="도형 9"/>
          <p:cNvSpPr>
            <a:spLocks/>
          </p:cNvSpPr>
          <p:nvPr/>
        </p:nvSpPr>
        <p:spPr>
          <a:xfrm rot="0">
            <a:off x="8307070" y="4523105"/>
            <a:ext cx="1230630" cy="53467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lang="ko-KR" sz="1600" cap="none" i="0" b="0" strike="noStrike">
                <a:latin typeface="Arial" charset="0"/>
                <a:ea typeface="Arial" charset="0"/>
              </a:rPr>
              <a:t>의학질문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sp>
        <p:nvSpPr>
          <p:cNvPr id="171" name="도형 10"/>
          <p:cNvSpPr>
            <a:spLocks/>
          </p:cNvSpPr>
          <p:nvPr/>
        </p:nvSpPr>
        <p:spPr>
          <a:xfrm rot="0">
            <a:off x="9821545" y="4498340"/>
            <a:ext cx="1250315" cy="53530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lang="ko-KR" altLang="en-US" sz="1600" cap="none" i="0" b="0" strike="noStrike">
                <a:latin typeface="Arial" charset="0"/>
                <a:ea typeface="Arial" charset="0"/>
              </a:rPr>
              <a:t>검색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  <p:sp>
        <p:nvSpPr>
          <p:cNvPr id="172" name="도형 11"/>
          <p:cNvSpPr>
            <a:spLocks/>
          </p:cNvSpPr>
          <p:nvPr/>
        </p:nvSpPr>
        <p:spPr>
          <a:xfrm rot="0">
            <a:off x="11355705" y="4498340"/>
            <a:ext cx="1250315" cy="53530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91440" tIns="91440" rIns="91440" bIns="91440" numCol="1" vert="horz" anchor="ctr">
            <a:noAutofit/>
          </a:bodyPr>
          <a:lstStyle/>
          <a:p>
            <a:pPr marL="0" indent="0" rtl="0" algn="ctr">
              <a:buFontTx/>
              <a:buNone/>
            </a:pPr>
            <a:r>
              <a:rPr lang="ko-KR" altLang="en-US" sz="1600" cap="none" i="0" b="0" strike="noStrike">
                <a:latin typeface="Arial" charset="0"/>
                <a:ea typeface="Arial" charset="0"/>
              </a:rPr>
              <a:t>조회수</a:t>
            </a:r>
            <a:endParaRPr lang="ko-KR" altLang="en-US" sz="1600" cap="none" i="0" b="0" strike="noStrike">
              <a:latin typeface="Arial" charset="0"/>
              <a:ea typeface="Arial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74700" y="469900"/>
            <a:ext cx="140335" cy="9360535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50375" cy="16551275"/>
          </a:xfrm>
          <a:prstGeom prst="rect"/>
          <a:solidFill>
            <a:srgbClr val="FFFFFF"/>
          </a:solidFill>
        </p:spPr>
      </p:pic>
      <p:grpSp>
        <p:nvGrpSpPr>
          <p:cNvPr id="37" name="Group 5"/>
          <p:cNvGrpSpPr>
            <a:grpSpLocks/>
          </p:cNvGrpSpPr>
          <p:nvPr/>
        </p:nvGrpSpPr>
        <p:grpSpPr>
          <a:xfrm rot="0">
            <a:off x="533400" y="1029335"/>
            <a:ext cx="991870" cy="2096770"/>
            <a:chOff x="533400" y="1029335"/>
            <a:chExt cx="991870" cy="2096770"/>
          </a:xfrm>
        </p:grpSpPr>
        <p:pic>
          <p:nvPicPr>
            <p:cNvPr id="5" name="Picture 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170" cy="471170"/>
            </a:xfrm>
            <a:prstGeom prst="rect"/>
            <a:noFill/>
          </p:spPr>
        </p:pic>
        <p:pic>
          <p:nvPicPr>
            <p:cNvPr id="7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770" cy="140970"/>
            </a:xfrm>
            <a:prstGeom prst="rect"/>
            <a:noFill/>
          </p:spPr>
        </p:pic>
        <p:pic>
          <p:nvPicPr>
            <p:cNvPr id="8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770" cy="140970"/>
            </a:xfrm>
            <a:prstGeom prst="rect"/>
            <a:noFill/>
          </p:spPr>
        </p:pic>
        <p:pic>
          <p:nvPicPr>
            <p:cNvPr id="9" name="Picture 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170" cy="471170"/>
            </a:xfrm>
            <a:prstGeom prst="rect"/>
            <a:noFill/>
          </p:spPr>
        </p:pic>
        <p:pic>
          <p:nvPicPr>
            <p:cNvPr id="11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770" cy="140970"/>
            </a:xfrm>
            <a:prstGeom prst="rect"/>
            <a:noFill/>
          </p:spPr>
        </p:pic>
        <p:pic>
          <p:nvPicPr>
            <p:cNvPr id="12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770" cy="140970"/>
            </a:xfrm>
            <a:prstGeom prst="rect"/>
            <a:noFill/>
          </p:spPr>
        </p:pic>
        <p:pic>
          <p:nvPicPr>
            <p:cNvPr id="13" name="Picture 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170" cy="471170"/>
            </a:xfrm>
            <a:prstGeom prst="rect"/>
            <a:noFill/>
          </p:spPr>
        </p:pic>
        <p:pic>
          <p:nvPicPr>
            <p:cNvPr id="15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770" cy="140970"/>
            </a:xfrm>
            <a:prstGeom prst="rect"/>
            <a:noFill/>
          </p:spPr>
        </p:pic>
        <p:pic>
          <p:nvPicPr>
            <p:cNvPr id="16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770" cy="140970"/>
            </a:xfrm>
            <a:prstGeom prst="rect"/>
            <a:noFill/>
          </p:spPr>
        </p:pic>
      </p:grpSp>
      <p:pic>
        <p:nvPicPr>
          <p:cNvPr id="1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19" name="Picture 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357600" y="368300"/>
            <a:ext cx="395605" cy="9565005"/>
          </a:xfrm>
          <a:prstGeom prst="rect"/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bg1">
                <a:alpha val="100000"/>
              </a:schemeClr>
            </a:solidFill>
            <a:prstDash val="solid"/>
            <a:round/>
          </a:ln>
        </p:spPr>
      </p:pic>
      <p:pic>
        <p:nvPicPr>
          <p:cNvPr id="21" name="Picture 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042160" y="5385435"/>
            <a:ext cx="13908405" cy="14605"/>
          </a:xfrm>
          <a:prstGeom prst="rect"/>
          <a:noFill/>
          <a:effectLst>
            <a:outerShdw sx="100000" sy="100000" blurRad="3" dist="1649" dir="2700000" rotWithShape="1">
              <a:srgbClr val="262713">
                <a:alpha val="49019"/>
              </a:srgbClr>
            </a:outerShdw>
          </a:effectLst>
        </p:spPr>
      </p:pic>
      <p:sp>
        <p:nvSpPr>
          <p:cNvPr id="36" name="Rect 0"/>
          <p:cNvSpPr txBox="1">
            <a:spLocks/>
          </p:cNvSpPr>
          <p:nvPr/>
        </p:nvSpPr>
        <p:spPr>
          <a:xfrm rot="0">
            <a:off x="2157730" y="4188460"/>
            <a:ext cx="3767455" cy="1196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ctr">
              <a:lnSpc>
                <a:spcPct val="124499"/>
              </a:lnSpc>
              <a:buFontTx/>
              <a:buNone/>
            </a:pPr>
            <a:r>
              <a:rPr lang="ko-KR" sz="4000" i="0" b="0" strike="noStrike">
                <a:solidFill>
                  <a:srgbClr val="677D6A"/>
                </a:solidFill>
                <a:latin typeface="SB AggroOTF Medium" charset="0"/>
              </a:rPr>
              <a:t>C</a:t>
            </a:r>
            <a:r>
              <a:rPr lang="ko-KR" sz="4000" i="0" b="0" strike="noStrike">
                <a:solidFill>
                  <a:srgbClr val="677D6A"/>
                </a:solidFill>
                <a:latin typeface="SB AggroOTF Medium" charset="0"/>
              </a:rPr>
              <a:t>hapter</a:t>
            </a:r>
            <a:r>
              <a:rPr lang="ko-KR" sz="4000" i="0" b="0" strike="noStrike">
                <a:solidFill>
                  <a:srgbClr val="677D6A"/>
                </a:solidFill>
                <a:latin typeface="SB AggroOTF Medium" charset="0"/>
              </a:rPr>
              <a:t>2</a:t>
            </a:r>
            <a:endParaRPr lang="ko-KR" altLang="en-US" sz="4000" i="0" b="0" strike="noStrike">
              <a:solidFill>
                <a:srgbClr val="677D6A"/>
              </a:solidFill>
              <a:latin typeface="SB AggroOTF Medium" charset="0"/>
            </a:endParaRPr>
          </a:p>
        </p:txBody>
      </p:sp>
      <p:sp>
        <p:nvSpPr>
          <p:cNvPr id="39" name="Rect 0"/>
          <p:cNvSpPr txBox="1">
            <a:spLocks/>
          </p:cNvSpPr>
          <p:nvPr/>
        </p:nvSpPr>
        <p:spPr>
          <a:xfrm>
            <a:off x="6303645" y="4191000"/>
            <a:ext cx="7393940" cy="11201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endParaRPr lang="ko-KR" altLang="en-US" sz="65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grpSp>
        <p:nvGrpSpPr>
          <p:cNvPr id="165" name="그룹 794"/>
          <p:cNvGrpSpPr>
            <a:grpSpLocks/>
          </p:cNvGrpSpPr>
          <p:nvPr/>
        </p:nvGrpSpPr>
        <p:grpSpPr>
          <a:xfrm>
            <a:off x="5550535" y="3702685"/>
            <a:ext cx="9582150" cy="1598930"/>
            <a:chOff x="5550535" y="3702685"/>
            <a:chExt cx="9582150" cy="1598930"/>
          </a:xfrm>
        </p:grpSpPr>
        <p:sp>
          <p:nvSpPr>
            <p:cNvPr id="166" name="텍스트 상자 792"/>
            <p:cNvSpPr txBox="1">
              <a:spLocks/>
            </p:cNvSpPr>
            <p:nvPr/>
          </p:nvSpPr>
          <p:spPr>
            <a:xfrm rot="0">
              <a:off x="5550535" y="3702685"/>
              <a:ext cx="2715260" cy="1599565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ctr">
                <a:lnSpc>
                  <a:spcPct val="124499"/>
                </a:lnSpc>
                <a:buFontTx/>
                <a:buNone/>
              </a:pPr>
              <a:r>
                <a:rPr lang="ko-KR" sz="6500" i="0" b="0" strike="noStrike">
                  <a:solidFill>
                    <a:srgbClr val="677D6A"/>
                  </a:solidFill>
                  <a:latin typeface="SB AggroOTF Medium" charset="0"/>
                </a:rPr>
                <a:t>ERD</a:t>
              </a:r>
              <a:endParaRPr lang="ko-KR" altLang="en-US" sz="6500" i="0" b="0" strike="noStrike">
                <a:solidFill>
                  <a:srgbClr val="677D6A"/>
                </a:solidFill>
                <a:latin typeface="SB AggroOTF Medium" charset="0"/>
              </a:endParaRPr>
            </a:p>
          </p:txBody>
        </p:sp>
        <p:sp>
          <p:nvSpPr>
            <p:cNvPr id="167" name="텍스트 상자 793"/>
            <p:cNvSpPr txBox="1">
              <a:spLocks/>
            </p:cNvSpPr>
            <p:nvPr/>
          </p:nvSpPr>
          <p:spPr>
            <a:xfrm rot="0">
              <a:off x="8068945" y="4006215"/>
              <a:ext cx="7064375" cy="968375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ko-KR" sz="6500" i="0" b="0" strike="noStrike">
                  <a:solidFill>
                    <a:srgbClr val="677D6A"/>
                  </a:solidFill>
                  <a:ea typeface="SB AggroOTF Medium" charset="0"/>
                </a:rPr>
                <a:t>구조도</a:t>
              </a:r>
              <a:r>
                <a:rPr lang="ko-KR" sz="6500" i="0" b="0" strike="noStrike">
                  <a:solidFill>
                    <a:srgbClr val="677D6A"/>
                  </a:solidFill>
                  <a:ea typeface="SB AggroOTF Medium" charset="0"/>
                </a:rPr>
                <a:t> </a:t>
              </a:r>
              <a:endParaRPr lang="ko-KR" altLang="en-US" sz="6500" i="0" b="0" strike="noStrike">
                <a:solidFill>
                  <a:srgbClr val="677D6A"/>
                </a:solidFill>
                <a:ea typeface="SB AggroOTF Medium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1"/>
          <p:cNvSpPr txBox="1">
            <a:spLocks noGrp="1"/>
          </p:cNvSpPr>
          <p:nvPr>
            <p:ph type="title"/>
          </p:nvPr>
        </p:nvSpPr>
        <p:spPr>
          <a:xfrm rot="0">
            <a:off x="722630" y="4406900"/>
            <a:ext cx="7773670" cy="136334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algn="l">
              <a:buFontTx/>
              <a:buNone/>
              <a:defRPr lang="en-GB" altLang="en-US" sz="4000" cap="all" b="1"/>
            </a:lvl1pPr>
          </a:lstStyle>
          <a:p>
            <a:pPr marL="0" indent="0" rtl="0"/>
            <a:endParaRPr lang="ko-KR" altLang="en-US"/>
          </a:p>
        </p:txBody>
      </p:sp>
      <p:sp>
        <p:nvSpPr>
          <p:cNvPr id="168" name="Text Placeholder 2"/>
          <p:cNvSpPr txBox="1">
            <a:spLocks noGrp="1"/>
          </p:cNvSpPr>
          <p:nvPr>
            <p:ph type="body" idx="1"/>
          </p:nvPr>
        </p:nvSpPr>
        <p:spPr>
          <a:xfrm rot="0">
            <a:off x="722630" y="2907030"/>
            <a:ext cx="7773670" cy="1501140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 rtl="0"/>
            <a:endParaRPr lang="ko-KR" altLang="en-US"/>
          </a:p>
        </p:txBody>
      </p:sp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0970" cy="9361170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38015" y="-3113405"/>
            <a:ext cx="9349105" cy="16550005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2570" cy="9564370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531110"/>
            <a:ext cx="13527405" cy="14605"/>
          </a:xfrm>
          <a:prstGeom prst="rect"/>
          <a:noFill/>
        </p:spPr>
      </p:pic>
      <p:grpSp>
        <p:nvGrpSpPr>
          <p:cNvPr id="50" name="Group 5"/>
          <p:cNvGrpSpPr>
            <a:grpSpLocks/>
          </p:cNvGrpSpPr>
          <p:nvPr/>
        </p:nvGrpSpPr>
        <p:grpSpPr>
          <a:xfrm rot="0">
            <a:off x="533400" y="1029335"/>
            <a:ext cx="992505" cy="2097405"/>
            <a:chOff x="533400" y="1029335"/>
            <a:chExt cx="992505" cy="2097405"/>
          </a:xfrm>
        </p:grpSpPr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805" cy="471805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7405" cy="141605"/>
            </a:xfrm>
            <a:prstGeom prst="rect"/>
            <a:noFill/>
          </p:spPr>
        </p:pic>
        <p:pic>
          <p:nvPicPr>
            <p:cNvPr id="33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7405" cy="141605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805" cy="471805"/>
            </a:xfrm>
            <a:prstGeom prst="rect"/>
            <a:noFill/>
          </p:spPr>
        </p:pic>
        <p:pic>
          <p:nvPicPr>
            <p:cNvPr id="3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7405" cy="141605"/>
            </a:xfrm>
            <a:prstGeom prst="rect"/>
            <a:noFill/>
          </p:spPr>
        </p:pic>
        <p:pic>
          <p:nvPicPr>
            <p:cNvPr id="3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7405" cy="141605"/>
            </a:xfrm>
            <a:prstGeom prst="rect"/>
            <a:noFill/>
          </p:spPr>
        </p:pic>
        <p:pic>
          <p:nvPicPr>
            <p:cNvPr id="3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805" cy="471805"/>
            </a:xfrm>
            <a:prstGeom prst="rect"/>
            <a:noFill/>
          </p:spPr>
        </p:pic>
        <p:pic>
          <p:nvPicPr>
            <p:cNvPr id="4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7405" cy="141605"/>
            </a:xfrm>
            <a:prstGeom prst="rect"/>
            <a:noFill/>
          </p:spPr>
        </p:pic>
        <p:pic>
          <p:nvPicPr>
            <p:cNvPr id="4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7405" cy="141605"/>
            </a:xfrm>
            <a:prstGeom prst="rect"/>
            <a:noFill/>
          </p:spPr>
        </p:pic>
      </p:grpSp>
      <p:sp>
        <p:nvSpPr>
          <p:cNvPr id="43" name="Rect 0"/>
          <p:cNvSpPr txBox="1">
            <a:spLocks/>
          </p:cNvSpPr>
          <p:nvPr/>
        </p:nvSpPr>
        <p:spPr>
          <a:xfrm rot="0">
            <a:off x="2362200" y="1489710"/>
            <a:ext cx="764540" cy="3073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01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grpSp>
        <p:nvGrpSpPr>
          <p:cNvPr id="165" name="그룹 791"/>
          <p:cNvGrpSpPr>
            <a:grpSpLocks/>
          </p:cNvGrpSpPr>
          <p:nvPr/>
        </p:nvGrpSpPr>
        <p:grpSpPr>
          <a:xfrm>
            <a:off x="3124200" y="1033780"/>
            <a:ext cx="12173585" cy="1599565"/>
            <a:chOff x="3124200" y="1033780"/>
            <a:chExt cx="12173585" cy="1599565"/>
          </a:xfrm>
        </p:grpSpPr>
        <p:sp>
          <p:nvSpPr>
            <p:cNvPr id="163" name="텍스트 상자 114"/>
            <p:cNvSpPr txBox="1">
              <a:spLocks/>
            </p:cNvSpPr>
            <p:nvPr/>
          </p:nvSpPr>
          <p:spPr>
            <a:xfrm rot="0">
              <a:off x="3124200" y="1033780"/>
              <a:ext cx="2715895" cy="160020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ctr">
                <a:lnSpc>
                  <a:spcPct val="124499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latin typeface="SB AggroOTF Medium" charset="0"/>
                </a:rPr>
                <a:t>ERD</a:t>
              </a:r>
              <a:endParaRPr lang="ko-KR" altLang="en-US" sz="6300" i="0" b="0" strike="noStrike">
                <a:solidFill>
                  <a:srgbClr val="677D6A"/>
                </a:solidFill>
                <a:latin typeface="SB AggroOTF Medium" charset="0"/>
              </a:endParaRPr>
            </a:p>
          </p:txBody>
        </p:sp>
        <p:sp>
          <p:nvSpPr>
            <p:cNvPr id="164" name="텍스트 상자 115"/>
            <p:cNvSpPr txBox="1">
              <a:spLocks/>
            </p:cNvSpPr>
            <p:nvPr/>
          </p:nvSpPr>
          <p:spPr>
            <a:xfrm rot="0">
              <a:off x="5642610" y="1337310"/>
              <a:ext cx="9655810" cy="96901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구조도</a:t>
              </a:r>
              <a:r>
                <a:rPr lang="ko-KR" sz="3000" i="0" b="0" strike="noStrike">
                  <a:solidFill>
                    <a:srgbClr val="677D6A"/>
                  </a:solidFill>
                  <a:ea typeface="SB AggroOTF Medium" charset="0"/>
                </a:rPr>
                <a:t>(총 </a:t>
              </a:r>
              <a:r>
                <a:rPr lang="ko-KR" sz="3000" i="0" b="0" strike="noStrike">
                  <a:solidFill>
                    <a:srgbClr val="677D6A"/>
                  </a:solidFill>
                  <a:ea typeface="SB AggroOTF Medium" charset="0"/>
                </a:rPr>
                <a:t>11개</a:t>
              </a:r>
              <a:r>
                <a:rPr lang="ko-KR" sz="3000" i="0" b="0" strike="noStrike">
                  <a:solidFill>
                    <a:srgbClr val="677D6A"/>
                  </a:solidFill>
                  <a:ea typeface="SB AggroOTF Medium" charset="0"/>
                </a:rPr>
                <a:t>의 테이블)</a:t>
              </a:r>
              <a:endParaRPr lang="ko-KR" altLang="en-US" sz="6300" i="0" b="0" strike="noStrike">
                <a:solidFill>
                  <a:srgbClr val="677D6A"/>
                </a:solidFill>
                <a:ea typeface="SB AggroOTF Medium" charset="0"/>
              </a:endParaRPr>
            </a:p>
          </p:txBody>
        </p:sp>
      </p:grpSp>
      <p:pic>
        <p:nvPicPr>
          <p:cNvPr id="169" name="그림 34" descr="C:/Users/14A/AppData/Roaming/PolarisOffice/ETemp/9260_13545288/fImage154678151941.png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287270" y="2682875"/>
            <a:ext cx="13623290" cy="63836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1"/>
          <p:cNvSpPr txBox="1">
            <a:spLocks noGrp="1"/>
          </p:cNvSpPr>
          <p:nvPr>
            <p:ph type="title"/>
          </p:nvPr>
        </p:nvSpPr>
        <p:spPr>
          <a:xfrm rot="0">
            <a:off x="722630" y="4406900"/>
            <a:ext cx="7774305" cy="136398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algn="l">
              <a:buFontTx/>
              <a:buNone/>
              <a:defRPr lang="en-GB" altLang="en-US" sz="4000" cap="all" b="1"/>
            </a:lvl1pPr>
          </a:lstStyle>
          <a:p>
            <a:pPr marL="0" indent="0" rtl="0">
              <a:buFontTx/>
              <a:buNone/>
            </a:pPr>
            <a:endParaRPr lang="ko-KR" altLang="en-US" sz="4000" cap="all" b="1">
              <a:latin typeface="Calibri" charset="0"/>
              <a:ea typeface="맑은 고딕" charset="0"/>
              <a:cs typeface="+mj-cs"/>
            </a:endParaRPr>
          </a:p>
        </p:txBody>
      </p:sp>
      <p:sp>
        <p:nvSpPr>
          <p:cNvPr id="168" name="Text Placeholder 2"/>
          <p:cNvSpPr txBox="1">
            <a:spLocks noGrp="1"/>
          </p:cNvSpPr>
          <p:nvPr>
            <p:ph type="body" idx="1"/>
          </p:nvPr>
        </p:nvSpPr>
        <p:spPr>
          <a:xfrm rot="0">
            <a:off x="722630" y="2907030"/>
            <a:ext cx="7774305" cy="150177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 rtl="0">
              <a:buFontTx/>
              <a:buNone/>
            </a:pPr>
            <a:endParaRPr lang="ko-KR" altLang="en-US" sz="2000">
              <a:latin typeface="Calibri" charset="0"/>
              <a:ea typeface="맑은 고딕" charset="0"/>
              <a:cs typeface="+mn-cs"/>
            </a:endParaRPr>
          </a:p>
        </p:txBody>
      </p:sp>
      <p:pic>
        <p:nvPicPr>
          <p:cNvPr id="2" name="Picture " descr="C:/Users/14A/AppData/Roaming/PolarisOffice/ETemp/9260_13545288/image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705" cy="1208405"/>
          </a:xfrm>
          <a:prstGeom prst="rect"/>
          <a:noFill/>
        </p:spPr>
      </p:pic>
      <p:pic>
        <p:nvPicPr>
          <p:cNvPr id="3" name="Picture " descr="C:/Users/14A/AppData/Roaming/PolarisOffice/ETemp/9260_13545288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1605" cy="9361805"/>
          </a:xfrm>
          <a:prstGeom prst="rect"/>
          <a:noFill/>
        </p:spPr>
      </p:pic>
      <p:pic>
        <p:nvPicPr>
          <p:cNvPr id="4" name="Picture " descr="C:/Users/14A/AppData/Roaming/PolarisOffice/ETemp/9260_13545288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38015" y="-3113405"/>
            <a:ext cx="9349740" cy="16550640"/>
          </a:xfrm>
          <a:prstGeom prst="rect"/>
          <a:noFill/>
        </p:spPr>
      </p:pic>
      <p:pic>
        <p:nvPicPr>
          <p:cNvPr id="5" name="Picture " descr="C:/Users/14A/AppData/Roaming/PolarisOffice/ETemp/9260_13545288/image13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3205" cy="9565005"/>
          </a:xfrm>
          <a:prstGeom prst="rect"/>
          <a:noFill/>
        </p:spPr>
      </p:pic>
      <p:pic>
        <p:nvPicPr>
          <p:cNvPr id="7" name="Picture " descr="C:/Users/14A/AppData/Roaming/PolarisOffice/ETemp/9260_13545288/image1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531110"/>
            <a:ext cx="13528040" cy="15240"/>
          </a:xfrm>
          <a:prstGeom prst="rect"/>
          <a:noFill/>
        </p:spPr>
      </p:pic>
      <p:grpSp>
        <p:nvGrpSpPr>
          <p:cNvPr id="50" name="Group 5"/>
          <p:cNvGrpSpPr>
            <a:grpSpLocks/>
          </p:cNvGrpSpPr>
          <p:nvPr/>
        </p:nvGrpSpPr>
        <p:grpSpPr>
          <a:xfrm rot="0">
            <a:off x="533400" y="1029335"/>
            <a:ext cx="993140" cy="2098040"/>
            <a:chOff x="533400" y="1029335"/>
            <a:chExt cx="993140" cy="2098040"/>
          </a:xfrm>
        </p:grpSpPr>
        <p:pic>
          <p:nvPicPr>
            <p:cNvPr id="30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2440" cy="472440"/>
            </a:xfrm>
            <a:prstGeom prst="rect"/>
            <a:noFill/>
          </p:spPr>
        </p:pic>
        <p:pic>
          <p:nvPicPr>
            <p:cNvPr id="32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8040" cy="142240"/>
            </a:xfrm>
            <a:prstGeom prst="rect"/>
            <a:noFill/>
          </p:spPr>
        </p:pic>
        <p:pic>
          <p:nvPicPr>
            <p:cNvPr id="33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8040" cy="142240"/>
            </a:xfrm>
            <a:prstGeom prst="rect"/>
            <a:noFill/>
          </p:spPr>
        </p:pic>
        <p:pic>
          <p:nvPicPr>
            <p:cNvPr id="34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2440" cy="472440"/>
            </a:xfrm>
            <a:prstGeom prst="rect"/>
            <a:noFill/>
          </p:spPr>
        </p:pic>
        <p:pic>
          <p:nvPicPr>
            <p:cNvPr id="36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8040" cy="142240"/>
            </a:xfrm>
            <a:prstGeom prst="rect"/>
            <a:noFill/>
          </p:spPr>
        </p:pic>
        <p:pic>
          <p:nvPicPr>
            <p:cNvPr id="37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8040" cy="142240"/>
            </a:xfrm>
            <a:prstGeom prst="rect"/>
            <a:noFill/>
          </p:spPr>
        </p:pic>
        <p:pic>
          <p:nvPicPr>
            <p:cNvPr id="38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2440" cy="472440"/>
            </a:xfrm>
            <a:prstGeom prst="rect"/>
            <a:noFill/>
          </p:spPr>
        </p:pic>
        <p:pic>
          <p:nvPicPr>
            <p:cNvPr id="40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8040" cy="142240"/>
            </a:xfrm>
            <a:prstGeom prst="rect"/>
            <a:noFill/>
          </p:spPr>
        </p:pic>
        <p:pic>
          <p:nvPicPr>
            <p:cNvPr id="41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8040" cy="142240"/>
            </a:xfrm>
            <a:prstGeom prst="rect"/>
            <a:noFill/>
          </p:spPr>
        </p:pic>
      </p:grpSp>
      <p:sp>
        <p:nvSpPr>
          <p:cNvPr id="43" name="Rect 0"/>
          <p:cNvSpPr txBox="1">
            <a:spLocks/>
          </p:cNvSpPr>
          <p:nvPr/>
        </p:nvSpPr>
        <p:spPr>
          <a:xfrm rot="0">
            <a:off x="2362200" y="1489710"/>
            <a:ext cx="765175" cy="307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01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grpSp>
        <p:nvGrpSpPr>
          <p:cNvPr id="165" name="Group 5"/>
          <p:cNvGrpSpPr>
            <a:grpSpLocks/>
          </p:cNvGrpSpPr>
          <p:nvPr/>
        </p:nvGrpSpPr>
        <p:grpSpPr>
          <a:xfrm rot="0">
            <a:off x="3124200" y="1033780"/>
            <a:ext cx="7040880" cy="1599565"/>
            <a:chOff x="3124200" y="1033780"/>
            <a:chExt cx="7040880" cy="1599565"/>
          </a:xfrm>
        </p:grpSpPr>
        <p:sp>
          <p:nvSpPr>
            <p:cNvPr id="163" name="Rect 0"/>
            <p:cNvSpPr txBox="1">
              <a:spLocks/>
            </p:cNvSpPr>
            <p:nvPr/>
          </p:nvSpPr>
          <p:spPr>
            <a:xfrm rot="0">
              <a:off x="3124200" y="1033780"/>
              <a:ext cx="2715895" cy="160020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ctr">
                <a:lnSpc>
                  <a:spcPct val="124499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latin typeface="SB AggroOTF Medium" charset="0"/>
                </a:rPr>
                <a:t>ERD</a:t>
              </a:r>
              <a:endParaRPr lang="ko-KR" altLang="en-US" sz="6300" i="0" b="0" strike="noStrike">
                <a:solidFill>
                  <a:srgbClr val="677D6A"/>
                </a:solidFill>
                <a:latin typeface="SB AggroOTF Medium" charset="0"/>
              </a:endParaRPr>
            </a:p>
          </p:txBody>
        </p:sp>
        <p:sp>
          <p:nvSpPr>
            <p:cNvPr id="164" name="Rect 0"/>
            <p:cNvSpPr txBox="1">
              <a:spLocks/>
            </p:cNvSpPr>
            <p:nvPr/>
          </p:nvSpPr>
          <p:spPr>
            <a:xfrm rot="0">
              <a:off x="5642610" y="1337310"/>
              <a:ext cx="4523105" cy="96901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구조도(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회원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)</a:t>
              </a:r>
              <a:endParaRPr lang="ko-KR" altLang="en-US" sz="6300" i="0" b="0" strike="noStrike">
                <a:solidFill>
                  <a:srgbClr val="677D6A"/>
                </a:solidFill>
                <a:ea typeface="SB AggroOTF Medium" charset="0"/>
              </a:endParaRPr>
            </a:p>
          </p:txBody>
        </p:sp>
      </p:grpSp>
      <p:pic>
        <p:nvPicPr>
          <p:cNvPr id="170" name="Picture " descr="C:/Users/14A/AppData/Roaming/PolarisOffice/ETemp/9260_13545288/fImage5223215138467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125345" y="2737485"/>
            <a:ext cx="5945505" cy="2894330"/>
          </a:xfrm>
          <a:prstGeom prst="rect"/>
          <a:noFill/>
        </p:spPr>
      </p:pic>
      <p:sp>
        <p:nvSpPr>
          <p:cNvPr id="171" name="Rect 0"/>
          <p:cNvSpPr txBox="1">
            <a:spLocks noGrp="1"/>
          </p:cNvSpPr>
          <p:nvPr/>
        </p:nvSpPr>
        <p:spPr>
          <a:xfrm rot="0">
            <a:off x="8197850" y="2821940"/>
            <a:ext cx="8178165" cy="6449695"/>
          </a:xfrm>
          <a:prstGeom prst="rect"/>
        </p:spPr>
        <p:txBody>
          <a:bodyPr wrap="square" lIns="91440" tIns="45720" rIns="91440" bIns="45720" numCol="1" vert="horz" anchor="b">
            <a:normAutofit fontScale="47500" lnSpcReduction="20000"/>
          </a:bodyPr>
          <a:lstStyle>
            <a:lvl1pPr marL="0" indent="0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ko-KR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-</a:t>
            </a:r>
            <a:r>
              <a:rPr lang="ko-KR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-회원테이</a:t>
            </a:r>
            <a:r>
              <a:rPr lang="ko-KR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블 </a:t>
            </a:r>
            <a:r>
              <a:rPr lang="ko-KR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생</a:t>
            </a:r>
            <a:r>
              <a:rPr lang="ko-KR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성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create table member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(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m_idx int, </a:t>
            </a:r>
            <a:r>
              <a:rPr lang="ko-KR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				</a:t>
            </a: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--회원번호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m_name varchar2(50) not null, </a:t>
            </a:r>
            <a:r>
              <a:rPr lang="ko-KR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--회원이름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m_nickname varchar2(50) not null, </a:t>
            </a:r>
            <a:r>
              <a:rPr lang="ko-KR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--회원닉네임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m_email varchar2(100) not null, </a:t>
            </a:r>
            <a:r>
              <a:rPr lang="ko-KR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--이메일(아이디)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m_pwd varchar2(100) not null, </a:t>
            </a:r>
            <a:r>
              <a:rPr lang="ko-KR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--비밀번호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m_zipcode char(5) not null, </a:t>
            </a:r>
            <a:r>
              <a:rPr lang="ko-KR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		</a:t>
            </a: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--우편번호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m_addr varchar2(1000) not null, </a:t>
            </a:r>
            <a:r>
              <a:rPr lang="ko-KR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--주소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m_rdate date default sysdate, </a:t>
            </a:r>
            <a:r>
              <a:rPr lang="ko-KR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--가입일자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m_grade varchar2(100) default'일반' </a:t>
            </a:r>
            <a:r>
              <a:rPr lang="ko-KR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--회원등급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)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endParaRPr lang="ko-KR" altLang="en-US" sz="10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--회원번호 관리 객체 -&gt; 시퀀스 생성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create sequence seq_member_m_idx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endParaRPr lang="ko-KR" altLang="en-US" sz="12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--기본키 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alter table member 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ko-KR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add constraint pk_member_idx primary key(m_idx)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endParaRPr lang="ko-KR" altLang="en-US" sz="12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--회원등급에 대한 check 제약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alter table member 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r>
              <a:rPr lang="ko-KR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add constraint ck_member_grade check(m_grade </a:t>
            </a:r>
            <a:r>
              <a:rPr lang="ko-KR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lang="en-GB" altLang="en-US" sz="3750">
                <a:solidFill>
                  <a:srgbClr val="408080"/>
                </a:solidFill>
                <a:latin typeface="Consolas" charset="0"/>
                <a:ea typeface="Consolas" charset="0"/>
              </a:rPr>
              <a:t>in('일반','관리자'))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1"/>
          <p:cNvSpPr txBox="1">
            <a:spLocks noGrp="1"/>
          </p:cNvSpPr>
          <p:nvPr>
            <p:ph type="title"/>
          </p:nvPr>
        </p:nvSpPr>
        <p:spPr>
          <a:xfrm rot="0">
            <a:off x="722630" y="4406900"/>
            <a:ext cx="7774305" cy="136398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algn="l">
              <a:buFontTx/>
              <a:buNone/>
              <a:defRPr lang="en-GB" altLang="en-US" sz="4000" cap="all" b="1"/>
            </a:lvl1pPr>
          </a:lstStyle>
          <a:p>
            <a:pPr marL="0" indent="0" rtl="0">
              <a:buFontTx/>
              <a:buNone/>
            </a:pPr>
            <a:endParaRPr lang="ko-KR" altLang="en-US" sz="4000" cap="all" b="1">
              <a:latin typeface="Calibri" charset="0"/>
              <a:ea typeface="맑은 고딕" charset="0"/>
              <a:cs typeface="+mj-cs"/>
            </a:endParaRPr>
          </a:p>
        </p:txBody>
      </p:sp>
      <p:sp>
        <p:nvSpPr>
          <p:cNvPr id="168" name="Text Placeholder 2"/>
          <p:cNvSpPr txBox="1">
            <a:spLocks noGrp="1"/>
          </p:cNvSpPr>
          <p:nvPr>
            <p:ph type="body" idx="1"/>
          </p:nvPr>
        </p:nvSpPr>
        <p:spPr>
          <a:xfrm rot="0">
            <a:off x="722630" y="2907030"/>
            <a:ext cx="7774305" cy="150177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 rtl="0">
              <a:buFontTx/>
              <a:buNone/>
            </a:pPr>
            <a:endParaRPr lang="ko-KR" altLang="en-US" sz="2000">
              <a:latin typeface="Calibri" charset="0"/>
              <a:ea typeface="맑은 고딕" charset="0"/>
              <a:cs typeface="+mn-cs"/>
            </a:endParaRPr>
          </a:p>
        </p:txBody>
      </p:sp>
      <p:pic>
        <p:nvPicPr>
          <p:cNvPr id="2" name="Picture " descr="C:/Users/14A/AppData/Roaming/PolarisOffice/ETemp/9260_13545288/image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705" cy="1208405"/>
          </a:xfrm>
          <a:prstGeom prst="rect"/>
          <a:noFill/>
        </p:spPr>
      </p:pic>
      <p:pic>
        <p:nvPicPr>
          <p:cNvPr id="3" name="Picture " descr="C:/Users/14A/AppData/Roaming/PolarisOffice/ETemp/9260_13545288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1605" cy="9361805"/>
          </a:xfrm>
          <a:prstGeom prst="rect"/>
          <a:noFill/>
        </p:spPr>
      </p:pic>
      <p:pic>
        <p:nvPicPr>
          <p:cNvPr id="4" name="Picture " descr="C:/Users/14A/AppData/Roaming/PolarisOffice/ETemp/9260_13545288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38015" y="-3113405"/>
            <a:ext cx="9349740" cy="16550640"/>
          </a:xfrm>
          <a:prstGeom prst="rect"/>
          <a:noFill/>
        </p:spPr>
      </p:pic>
      <p:pic>
        <p:nvPicPr>
          <p:cNvPr id="5" name="Picture " descr="C:/Users/14A/AppData/Roaming/PolarisOffice/ETemp/9260_13545288/image13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3205" cy="9565005"/>
          </a:xfrm>
          <a:prstGeom prst="rect"/>
          <a:noFill/>
        </p:spPr>
      </p:pic>
      <p:pic>
        <p:nvPicPr>
          <p:cNvPr id="7" name="Picture " descr="C:/Users/14A/AppData/Roaming/PolarisOffice/ETemp/9260_13545288/image1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531110"/>
            <a:ext cx="13528040" cy="15240"/>
          </a:xfrm>
          <a:prstGeom prst="rect"/>
          <a:noFill/>
        </p:spPr>
      </p:pic>
      <p:grpSp>
        <p:nvGrpSpPr>
          <p:cNvPr id="50" name="Group 5"/>
          <p:cNvGrpSpPr>
            <a:grpSpLocks/>
          </p:cNvGrpSpPr>
          <p:nvPr/>
        </p:nvGrpSpPr>
        <p:grpSpPr>
          <a:xfrm rot="0">
            <a:off x="533400" y="1029335"/>
            <a:ext cx="993140" cy="2098040"/>
            <a:chOff x="533400" y="1029335"/>
            <a:chExt cx="993140" cy="2098040"/>
          </a:xfrm>
        </p:grpSpPr>
        <p:pic>
          <p:nvPicPr>
            <p:cNvPr id="30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2440" cy="472440"/>
            </a:xfrm>
            <a:prstGeom prst="rect"/>
            <a:noFill/>
          </p:spPr>
        </p:pic>
        <p:pic>
          <p:nvPicPr>
            <p:cNvPr id="32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8040" cy="142240"/>
            </a:xfrm>
            <a:prstGeom prst="rect"/>
            <a:noFill/>
          </p:spPr>
        </p:pic>
        <p:pic>
          <p:nvPicPr>
            <p:cNvPr id="33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8040" cy="142240"/>
            </a:xfrm>
            <a:prstGeom prst="rect"/>
            <a:noFill/>
          </p:spPr>
        </p:pic>
        <p:pic>
          <p:nvPicPr>
            <p:cNvPr id="34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2440" cy="472440"/>
            </a:xfrm>
            <a:prstGeom prst="rect"/>
            <a:noFill/>
          </p:spPr>
        </p:pic>
        <p:pic>
          <p:nvPicPr>
            <p:cNvPr id="36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8040" cy="142240"/>
            </a:xfrm>
            <a:prstGeom prst="rect"/>
            <a:noFill/>
          </p:spPr>
        </p:pic>
        <p:pic>
          <p:nvPicPr>
            <p:cNvPr id="37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8040" cy="142240"/>
            </a:xfrm>
            <a:prstGeom prst="rect"/>
            <a:noFill/>
          </p:spPr>
        </p:pic>
        <p:pic>
          <p:nvPicPr>
            <p:cNvPr id="38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2440" cy="472440"/>
            </a:xfrm>
            <a:prstGeom prst="rect"/>
            <a:noFill/>
          </p:spPr>
        </p:pic>
        <p:pic>
          <p:nvPicPr>
            <p:cNvPr id="40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8040" cy="142240"/>
            </a:xfrm>
            <a:prstGeom prst="rect"/>
            <a:noFill/>
          </p:spPr>
        </p:pic>
        <p:pic>
          <p:nvPicPr>
            <p:cNvPr id="41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8040" cy="142240"/>
            </a:xfrm>
            <a:prstGeom prst="rect"/>
            <a:noFill/>
          </p:spPr>
        </p:pic>
      </p:grpSp>
      <p:sp>
        <p:nvSpPr>
          <p:cNvPr id="43" name="Rect 0"/>
          <p:cNvSpPr txBox="1">
            <a:spLocks/>
          </p:cNvSpPr>
          <p:nvPr/>
        </p:nvSpPr>
        <p:spPr>
          <a:xfrm rot="0">
            <a:off x="2362200" y="1489710"/>
            <a:ext cx="765175" cy="307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01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grpSp>
        <p:nvGrpSpPr>
          <p:cNvPr id="165" name="Group 5"/>
          <p:cNvGrpSpPr>
            <a:grpSpLocks/>
          </p:cNvGrpSpPr>
          <p:nvPr/>
        </p:nvGrpSpPr>
        <p:grpSpPr>
          <a:xfrm rot="0">
            <a:off x="3124200" y="1033780"/>
            <a:ext cx="10144125" cy="1600200"/>
            <a:chOff x="3124200" y="1033780"/>
            <a:chExt cx="10144125" cy="1600200"/>
          </a:xfrm>
        </p:grpSpPr>
        <p:sp>
          <p:nvSpPr>
            <p:cNvPr id="163" name="Rect 0"/>
            <p:cNvSpPr txBox="1">
              <a:spLocks/>
            </p:cNvSpPr>
            <p:nvPr/>
          </p:nvSpPr>
          <p:spPr>
            <a:xfrm rot="0">
              <a:off x="3124200" y="1033780"/>
              <a:ext cx="2715895" cy="160020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ctr">
                <a:lnSpc>
                  <a:spcPct val="124499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latin typeface="SB AggroOTF Medium" charset="0"/>
                </a:rPr>
                <a:t>ERD</a:t>
              </a:r>
              <a:endParaRPr lang="ko-KR" altLang="en-US" sz="6300" i="0" b="0" strike="noStrike">
                <a:solidFill>
                  <a:srgbClr val="677D6A"/>
                </a:solidFill>
                <a:latin typeface="SB AggroOTF Medium" charset="0"/>
              </a:endParaRPr>
            </a:p>
          </p:txBody>
        </p:sp>
        <p:sp>
          <p:nvSpPr>
            <p:cNvPr id="164" name="Rect 0"/>
            <p:cNvSpPr txBox="1">
              <a:spLocks/>
            </p:cNvSpPr>
            <p:nvPr/>
          </p:nvSpPr>
          <p:spPr>
            <a:xfrm rot="0">
              <a:off x="5642610" y="1337310"/>
              <a:ext cx="7625715" cy="96901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구조도(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반려동물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)</a:t>
              </a:r>
              <a:endParaRPr lang="ko-KR" altLang="en-US" sz="6300" i="0" b="0" strike="noStrike">
                <a:solidFill>
                  <a:srgbClr val="677D6A"/>
                </a:solidFill>
                <a:ea typeface="SB AggroOTF Medium" charset="0"/>
              </a:endParaRPr>
            </a:p>
          </p:txBody>
        </p:sp>
      </p:grpSp>
      <p:sp>
        <p:nvSpPr>
          <p:cNvPr id="171" name="텍스트 상자 20"/>
          <p:cNvSpPr txBox="1">
            <a:spLocks noGrp="1"/>
          </p:cNvSpPr>
          <p:nvPr/>
        </p:nvSpPr>
        <p:spPr>
          <a:xfrm rot="0">
            <a:off x="7764145" y="2694305"/>
            <a:ext cx="9079865" cy="6577330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20000"/>
          </a:bodyPr>
          <a:lstStyle>
            <a:lvl1pPr marL="0" indent="0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--반려동물 DB 등록테이블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create table pet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(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p_idx int not null,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		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--반려동물번호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p_name varchar2(100) not null,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--반려동물 이름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p_value varchar2(100) not null,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--반려동물종류(강아지, 고양이)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p_breed varchar2(100) not null,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--반려동물 품종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p_birthday date,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	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	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--반려동물 생일날짜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p_gender varchar2(100) not null,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--반려동물 성별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p_serialNum varchar2(100) not null,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--반려동물 등록번호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m_idx int not null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	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--회원번호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--반려동물번호 관리객체 -&gt; 시퀀스 생성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create sequence seq_pet_p_idx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--기본키 생성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alter table pet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add constraint pk_pet_idx primary key(p_idx)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--외래키 생성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alter table pet 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add constraint fk_pet_m_idx foreign key (m_idx) references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member(m_idx) on delete cascade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--반려동물성별에 대한 check 제약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alter table pet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add constraint ck_pet_gender check(p_gender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in('수컷','암컷')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</p:txBody>
      </p:sp>
      <p:pic>
        <p:nvPicPr>
          <p:cNvPr id="172" name="그림 33" descr="C:/Users/14A/AppData/Roaming/PolarisOffice/ETemp/9260_13545288/fImage1998315186334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83105" y="2912110"/>
            <a:ext cx="5589905" cy="36137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1"/>
          <p:cNvSpPr txBox="1">
            <a:spLocks noGrp="1"/>
          </p:cNvSpPr>
          <p:nvPr>
            <p:ph type="title"/>
          </p:nvPr>
        </p:nvSpPr>
        <p:spPr>
          <a:xfrm rot="0">
            <a:off x="722630" y="4406900"/>
            <a:ext cx="7774305" cy="136398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algn="l">
              <a:buFontTx/>
              <a:buNone/>
              <a:defRPr lang="en-GB" altLang="en-US" sz="4000" cap="all" b="1"/>
            </a:lvl1pPr>
          </a:lstStyle>
          <a:p>
            <a:pPr marL="0" indent="0" rtl="0">
              <a:buFontTx/>
              <a:buNone/>
            </a:pPr>
            <a:endParaRPr lang="ko-KR" altLang="en-US" sz="4000" cap="all" b="1">
              <a:latin typeface="Calibri" charset="0"/>
              <a:ea typeface="맑은 고딕" charset="0"/>
              <a:cs typeface="+mj-cs"/>
            </a:endParaRPr>
          </a:p>
        </p:txBody>
      </p:sp>
      <p:sp>
        <p:nvSpPr>
          <p:cNvPr id="168" name="Text Placeholder 2"/>
          <p:cNvSpPr txBox="1">
            <a:spLocks noGrp="1"/>
          </p:cNvSpPr>
          <p:nvPr>
            <p:ph type="body" idx="1"/>
          </p:nvPr>
        </p:nvSpPr>
        <p:spPr>
          <a:xfrm rot="0">
            <a:off x="722630" y="2907030"/>
            <a:ext cx="7774305" cy="150177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 rtl="0">
              <a:buFontTx/>
              <a:buNone/>
            </a:pPr>
            <a:endParaRPr lang="ko-KR" altLang="en-US" sz="2000">
              <a:latin typeface="Calibri" charset="0"/>
              <a:ea typeface="맑은 고딕" charset="0"/>
              <a:cs typeface="+mn-cs"/>
            </a:endParaRPr>
          </a:p>
        </p:txBody>
      </p:sp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705" cy="1208405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1605" cy="9361805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38015" y="-3113405"/>
            <a:ext cx="9349740" cy="1655064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3205" cy="9565005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531110"/>
            <a:ext cx="13528040" cy="15240"/>
          </a:xfrm>
          <a:prstGeom prst="rect"/>
          <a:noFill/>
        </p:spPr>
      </p:pic>
      <p:grpSp>
        <p:nvGrpSpPr>
          <p:cNvPr id="50" name="Group 5"/>
          <p:cNvGrpSpPr>
            <a:grpSpLocks/>
          </p:cNvGrpSpPr>
          <p:nvPr/>
        </p:nvGrpSpPr>
        <p:grpSpPr>
          <a:xfrm rot="0">
            <a:off x="533400" y="1029335"/>
            <a:ext cx="993140" cy="2098040"/>
            <a:chOff x="533400" y="1029335"/>
            <a:chExt cx="993140" cy="2098040"/>
          </a:xfrm>
        </p:grpSpPr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2440" cy="472440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8040" cy="142240"/>
            </a:xfrm>
            <a:prstGeom prst="rect"/>
            <a:noFill/>
          </p:spPr>
        </p:pic>
        <p:pic>
          <p:nvPicPr>
            <p:cNvPr id="33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8040" cy="142240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2440" cy="472440"/>
            </a:xfrm>
            <a:prstGeom prst="rect"/>
            <a:noFill/>
          </p:spPr>
        </p:pic>
        <p:pic>
          <p:nvPicPr>
            <p:cNvPr id="3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8040" cy="142240"/>
            </a:xfrm>
            <a:prstGeom prst="rect"/>
            <a:noFill/>
          </p:spPr>
        </p:pic>
        <p:pic>
          <p:nvPicPr>
            <p:cNvPr id="3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8040" cy="142240"/>
            </a:xfrm>
            <a:prstGeom prst="rect"/>
            <a:noFill/>
          </p:spPr>
        </p:pic>
        <p:pic>
          <p:nvPicPr>
            <p:cNvPr id="3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2440" cy="472440"/>
            </a:xfrm>
            <a:prstGeom prst="rect"/>
            <a:noFill/>
          </p:spPr>
        </p:pic>
        <p:pic>
          <p:nvPicPr>
            <p:cNvPr id="4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8040" cy="142240"/>
            </a:xfrm>
            <a:prstGeom prst="rect"/>
            <a:noFill/>
          </p:spPr>
        </p:pic>
        <p:pic>
          <p:nvPicPr>
            <p:cNvPr id="4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8040" cy="142240"/>
            </a:xfrm>
            <a:prstGeom prst="rect"/>
            <a:noFill/>
          </p:spPr>
        </p:pic>
      </p:grpSp>
      <p:sp>
        <p:nvSpPr>
          <p:cNvPr id="43" name="Rect 0"/>
          <p:cNvSpPr txBox="1">
            <a:spLocks/>
          </p:cNvSpPr>
          <p:nvPr/>
        </p:nvSpPr>
        <p:spPr>
          <a:xfrm rot="0">
            <a:off x="2362200" y="1489710"/>
            <a:ext cx="765175" cy="307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01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grpSp>
        <p:nvGrpSpPr>
          <p:cNvPr id="165" name="Group 5"/>
          <p:cNvGrpSpPr>
            <a:grpSpLocks/>
          </p:cNvGrpSpPr>
          <p:nvPr/>
        </p:nvGrpSpPr>
        <p:grpSpPr>
          <a:xfrm>
            <a:off x="3124200" y="1033780"/>
            <a:ext cx="10144125" cy="1600200"/>
            <a:chOff x="3124200" y="1033780"/>
            <a:chExt cx="10144125" cy="1600200"/>
          </a:xfrm>
        </p:grpSpPr>
        <p:sp>
          <p:nvSpPr>
            <p:cNvPr id="163" name="Rect 0"/>
            <p:cNvSpPr txBox="1">
              <a:spLocks/>
            </p:cNvSpPr>
            <p:nvPr/>
          </p:nvSpPr>
          <p:spPr>
            <a:xfrm rot="0">
              <a:off x="3124200" y="1033780"/>
              <a:ext cx="2716530" cy="1600835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ctr">
                <a:lnSpc>
                  <a:spcPct val="124499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latin typeface="SB AggroOTF Medium" charset="0"/>
                </a:rPr>
                <a:t>ERD</a:t>
              </a:r>
              <a:endParaRPr lang="ko-KR" altLang="en-US" sz="6300" i="0" b="0" strike="noStrike">
                <a:solidFill>
                  <a:srgbClr val="677D6A"/>
                </a:solidFill>
                <a:latin typeface="SB AggroOTF Medium" charset="0"/>
              </a:endParaRPr>
            </a:p>
          </p:txBody>
        </p:sp>
        <p:sp>
          <p:nvSpPr>
            <p:cNvPr id="164" name="Rect 0"/>
            <p:cNvSpPr txBox="1">
              <a:spLocks/>
            </p:cNvSpPr>
            <p:nvPr/>
          </p:nvSpPr>
          <p:spPr>
            <a:xfrm rot="0">
              <a:off x="5642610" y="1337310"/>
              <a:ext cx="7626350" cy="969645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구조도(게시글)</a:t>
              </a:r>
              <a:endParaRPr lang="ko-KR" altLang="en-US" sz="6300" i="0" b="0" strike="noStrike">
                <a:solidFill>
                  <a:srgbClr val="677D6A"/>
                </a:solidFill>
                <a:ea typeface="SB AggroOTF Medium" charset="0"/>
              </a:endParaRPr>
            </a:p>
          </p:txBody>
        </p:sp>
      </p:grpSp>
      <p:pic>
        <p:nvPicPr>
          <p:cNvPr id="172" name="그림 13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882775" y="2980055"/>
            <a:ext cx="6188710" cy="5167630"/>
          </a:xfrm>
          <a:prstGeom prst="rect"/>
          <a:noFill/>
        </p:spPr>
      </p:pic>
      <p:sp>
        <p:nvSpPr>
          <p:cNvPr id="173" name="텍스트 상자 21"/>
          <p:cNvSpPr txBox="1">
            <a:spLocks noGrp="1"/>
          </p:cNvSpPr>
          <p:nvPr/>
        </p:nvSpPr>
        <p:spPr>
          <a:xfrm rot="0">
            <a:off x="8197850" y="2809240"/>
            <a:ext cx="8178165" cy="6692265"/>
          </a:xfrm>
          <a:prstGeom prst="rect"/>
        </p:spPr>
        <p:txBody>
          <a:bodyPr wrap="square" lIns="91440" tIns="45720" rIns="91440" bIns="45720" numCol="1" vert="horz" anchor="b">
            <a:normAutofit fontScale="55000" lnSpcReduction="20000"/>
          </a:bodyPr>
          <a:lstStyle>
            <a:lvl1pPr marL="0" indent="0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--게시판 테이블 생성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create table board (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b_idx int NOT NULL,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m_idx int NOT NULL,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b_cate varchar2(50) NULL,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b_title varchar2(100) NULL,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b_content clob not NULL,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b_rdate date NULL,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b_udate date NULL,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b_ddate date NULL,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m_name VARCHAR2(50) NULL,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b_readhit int null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)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--시퀀스 생성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create sequence seq_board_b_idx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--기본키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alter table board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add constraint pk_board_b_idx primary key (b_idx)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--외래키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alter table board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add constraint fk_board_m_idx foreign key (m_idx) </a:t>
            </a:r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3680">
                <a:solidFill>
                  <a:srgbClr val="408080"/>
                </a:solidFill>
                <a:latin typeface="Consolas" charset="0"/>
                <a:ea typeface="Consolas" charset="0"/>
              </a:rPr>
              <a:t>references member (m_idx)</a:t>
            </a:r>
            <a:endParaRPr lang="ko-KR" altLang="en-US" sz="368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 rtl="0" algn="l" defTabSz="914400" eaLnBrk="1" latinLnBrk="0" hangingPunct="1">
              <a:spcBef>
                <a:spcPct val="20000"/>
              </a:spcBef>
              <a:buFontTx/>
              <a:buNone/>
            </a:pPr>
            <a:endParaRPr lang="ko-KR" altLang="en-US" sz="4920">
              <a:solidFill>
                <a:srgbClr val="408080"/>
              </a:solidFill>
              <a:latin typeface="Consolas" charset="0"/>
              <a:ea typeface="Consolas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1"/>
          <p:cNvSpPr txBox="1">
            <a:spLocks noGrp="1"/>
          </p:cNvSpPr>
          <p:nvPr>
            <p:ph type="title"/>
          </p:nvPr>
        </p:nvSpPr>
        <p:spPr>
          <a:xfrm rot="0">
            <a:off x="722630" y="4406900"/>
            <a:ext cx="7774305" cy="136398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algn="l">
              <a:buFontTx/>
              <a:buNone/>
              <a:defRPr lang="en-GB" altLang="en-US" sz="4000" cap="all" b="1"/>
            </a:lvl1pPr>
          </a:lstStyle>
          <a:p>
            <a:pPr marL="0" indent="0" rtl="0">
              <a:buFontTx/>
              <a:buNone/>
            </a:pPr>
            <a:endParaRPr lang="ko-KR" altLang="en-US" sz="4000" cap="all" b="1">
              <a:latin typeface="Calibri" charset="0"/>
              <a:ea typeface="맑은 고딕" charset="0"/>
              <a:cs typeface="+mj-cs"/>
            </a:endParaRPr>
          </a:p>
        </p:txBody>
      </p:sp>
      <p:sp>
        <p:nvSpPr>
          <p:cNvPr id="168" name="Text Placeholder 2"/>
          <p:cNvSpPr txBox="1">
            <a:spLocks noGrp="1"/>
          </p:cNvSpPr>
          <p:nvPr>
            <p:ph type="body" idx="1"/>
          </p:nvPr>
        </p:nvSpPr>
        <p:spPr>
          <a:xfrm rot="0">
            <a:off x="722630" y="2907030"/>
            <a:ext cx="7774305" cy="150177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 rtl="0">
              <a:buFontTx/>
              <a:buNone/>
            </a:pPr>
            <a:endParaRPr lang="ko-KR" altLang="en-US" sz="2000">
              <a:latin typeface="Calibri" charset="0"/>
              <a:ea typeface="맑은 고딕" charset="0"/>
              <a:cs typeface="+mn-cs"/>
            </a:endParaRPr>
          </a:p>
        </p:txBody>
      </p:sp>
      <p:pic>
        <p:nvPicPr>
          <p:cNvPr id="2" name="Picture " descr="C:/Users/14A/AppData/Roaming/PolarisOffice/ETemp/9260_13545288/image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705" cy="1208405"/>
          </a:xfrm>
          <a:prstGeom prst="rect"/>
          <a:noFill/>
        </p:spPr>
      </p:pic>
      <p:pic>
        <p:nvPicPr>
          <p:cNvPr id="3" name="Picture " descr="C:/Users/14A/AppData/Roaming/PolarisOffice/ETemp/9260_13545288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1605" cy="9361805"/>
          </a:xfrm>
          <a:prstGeom prst="rect"/>
          <a:noFill/>
        </p:spPr>
      </p:pic>
      <p:pic>
        <p:nvPicPr>
          <p:cNvPr id="4" name="Picture " descr="C:/Users/14A/AppData/Roaming/PolarisOffice/ETemp/9260_13545288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38015" y="-3113405"/>
            <a:ext cx="9349740" cy="16550640"/>
          </a:xfrm>
          <a:prstGeom prst="rect"/>
          <a:noFill/>
        </p:spPr>
      </p:pic>
      <p:pic>
        <p:nvPicPr>
          <p:cNvPr id="5" name="Picture " descr="C:/Users/14A/AppData/Roaming/PolarisOffice/ETemp/9260_13545288/image13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3205" cy="9565005"/>
          </a:xfrm>
          <a:prstGeom prst="rect"/>
          <a:noFill/>
        </p:spPr>
      </p:pic>
      <p:pic>
        <p:nvPicPr>
          <p:cNvPr id="7" name="Picture " descr="C:/Users/14A/AppData/Roaming/PolarisOffice/ETemp/9260_13545288/image1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531110"/>
            <a:ext cx="13528040" cy="15240"/>
          </a:xfrm>
          <a:prstGeom prst="rect"/>
          <a:noFill/>
        </p:spPr>
      </p:pic>
      <p:grpSp>
        <p:nvGrpSpPr>
          <p:cNvPr id="50" name="Group 5"/>
          <p:cNvGrpSpPr>
            <a:grpSpLocks/>
          </p:cNvGrpSpPr>
          <p:nvPr/>
        </p:nvGrpSpPr>
        <p:grpSpPr>
          <a:xfrm rot="0">
            <a:off x="533400" y="1029335"/>
            <a:ext cx="993140" cy="2098040"/>
            <a:chOff x="533400" y="1029335"/>
            <a:chExt cx="993140" cy="2098040"/>
          </a:xfrm>
        </p:grpSpPr>
        <p:pic>
          <p:nvPicPr>
            <p:cNvPr id="30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2440" cy="472440"/>
            </a:xfrm>
            <a:prstGeom prst="rect"/>
            <a:noFill/>
          </p:spPr>
        </p:pic>
        <p:pic>
          <p:nvPicPr>
            <p:cNvPr id="32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8040" cy="142240"/>
            </a:xfrm>
            <a:prstGeom prst="rect"/>
            <a:noFill/>
          </p:spPr>
        </p:pic>
        <p:pic>
          <p:nvPicPr>
            <p:cNvPr id="33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8040" cy="142240"/>
            </a:xfrm>
            <a:prstGeom prst="rect"/>
            <a:noFill/>
          </p:spPr>
        </p:pic>
        <p:pic>
          <p:nvPicPr>
            <p:cNvPr id="34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2440" cy="472440"/>
            </a:xfrm>
            <a:prstGeom prst="rect"/>
            <a:noFill/>
          </p:spPr>
        </p:pic>
        <p:pic>
          <p:nvPicPr>
            <p:cNvPr id="36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8040" cy="142240"/>
            </a:xfrm>
            <a:prstGeom prst="rect"/>
            <a:noFill/>
          </p:spPr>
        </p:pic>
        <p:pic>
          <p:nvPicPr>
            <p:cNvPr id="37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8040" cy="142240"/>
            </a:xfrm>
            <a:prstGeom prst="rect"/>
            <a:noFill/>
          </p:spPr>
        </p:pic>
        <p:pic>
          <p:nvPicPr>
            <p:cNvPr id="38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2440" cy="472440"/>
            </a:xfrm>
            <a:prstGeom prst="rect"/>
            <a:noFill/>
          </p:spPr>
        </p:pic>
        <p:pic>
          <p:nvPicPr>
            <p:cNvPr id="40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8040" cy="142240"/>
            </a:xfrm>
            <a:prstGeom prst="rect"/>
            <a:noFill/>
          </p:spPr>
        </p:pic>
        <p:pic>
          <p:nvPicPr>
            <p:cNvPr id="41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8040" cy="142240"/>
            </a:xfrm>
            <a:prstGeom prst="rect"/>
            <a:noFill/>
          </p:spPr>
        </p:pic>
      </p:grpSp>
      <p:sp>
        <p:nvSpPr>
          <p:cNvPr id="43" name="Rect 0"/>
          <p:cNvSpPr txBox="1">
            <a:spLocks/>
          </p:cNvSpPr>
          <p:nvPr/>
        </p:nvSpPr>
        <p:spPr>
          <a:xfrm rot="0">
            <a:off x="2362200" y="1489710"/>
            <a:ext cx="765175" cy="307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01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grpSp>
        <p:nvGrpSpPr>
          <p:cNvPr id="165" name="Group 5"/>
          <p:cNvGrpSpPr>
            <a:grpSpLocks/>
          </p:cNvGrpSpPr>
          <p:nvPr/>
        </p:nvGrpSpPr>
        <p:grpSpPr>
          <a:xfrm rot="0">
            <a:off x="3124200" y="1033780"/>
            <a:ext cx="10144125" cy="1600200"/>
            <a:chOff x="3124200" y="1033780"/>
            <a:chExt cx="10144125" cy="1600200"/>
          </a:xfrm>
        </p:grpSpPr>
        <p:sp>
          <p:nvSpPr>
            <p:cNvPr id="163" name="Rect 0"/>
            <p:cNvSpPr txBox="1">
              <a:spLocks/>
            </p:cNvSpPr>
            <p:nvPr/>
          </p:nvSpPr>
          <p:spPr>
            <a:xfrm rot="0">
              <a:off x="3124200" y="1033780"/>
              <a:ext cx="2715895" cy="160020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ctr">
                <a:lnSpc>
                  <a:spcPct val="124499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latin typeface="SB AggroOTF Medium" charset="0"/>
                </a:rPr>
                <a:t>ERD</a:t>
              </a:r>
              <a:endParaRPr lang="ko-KR" altLang="en-US" sz="6300" i="0" b="0" strike="noStrike">
                <a:solidFill>
                  <a:srgbClr val="677D6A"/>
                </a:solidFill>
                <a:latin typeface="SB AggroOTF Medium" charset="0"/>
              </a:endParaRPr>
            </a:p>
          </p:txBody>
        </p:sp>
        <p:sp>
          <p:nvSpPr>
            <p:cNvPr id="164" name="Rect 0"/>
            <p:cNvSpPr txBox="1">
              <a:spLocks/>
            </p:cNvSpPr>
            <p:nvPr/>
          </p:nvSpPr>
          <p:spPr>
            <a:xfrm rot="0">
              <a:off x="5642610" y="1337310"/>
              <a:ext cx="7625715" cy="96901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구조도(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댓글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)</a:t>
              </a:r>
              <a:endParaRPr lang="ko-KR" altLang="en-US" sz="6300" i="0" b="0" strike="noStrike">
                <a:solidFill>
                  <a:srgbClr val="677D6A"/>
                </a:solidFill>
                <a:ea typeface="SB AggroOTF Medium" charset="0"/>
              </a:endParaRPr>
            </a:p>
          </p:txBody>
        </p:sp>
      </p:grpSp>
      <p:pic>
        <p:nvPicPr>
          <p:cNvPr id="170" name="그림 11" descr="C:/Users/14A/AppData/Roaming/PolarisOffice/ETemp/9260_13545288/fImage5070313469169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119630" y="2911475"/>
            <a:ext cx="6116320" cy="3524885"/>
          </a:xfrm>
          <a:prstGeom prst="rect"/>
          <a:noFill/>
        </p:spPr>
      </p:pic>
      <p:sp>
        <p:nvSpPr>
          <p:cNvPr id="171" name="텍스트 상자 22"/>
          <p:cNvSpPr txBox="1">
            <a:spLocks noGrp="1"/>
          </p:cNvSpPr>
          <p:nvPr/>
        </p:nvSpPr>
        <p:spPr>
          <a:xfrm rot="0">
            <a:off x="8657590" y="2911475"/>
            <a:ext cx="7777480" cy="619442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20000"/>
          </a:bodyPr>
          <a:lstStyle>
            <a:lvl1pPr marL="0" indent="0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--댓글 테이블 생성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create table reply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(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re_idx int not null,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re_content varchar2(2000) not null,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re_rdate date default sysdate,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re_depth int null,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b_idx int not null,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m_idx int not null,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m_name varchar2(50) not null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--시퀀스 생성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create sequence seq_reply_re_idx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--기본키 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alter table reply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add constraint pk_reply_re_idx primary key (re_idx)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--외래키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alter table reply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add constraint fk_reply_b_idx foreign key (b_idx)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references board (b_idx)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--외래키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alter table reply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add constraint fk_reply_m_idx foreign key (m_idx)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references member(m_idx)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1"/>
          <p:cNvSpPr txBox="1">
            <a:spLocks noGrp="1"/>
          </p:cNvSpPr>
          <p:nvPr>
            <p:ph type="title"/>
          </p:nvPr>
        </p:nvSpPr>
        <p:spPr>
          <a:xfrm rot="0">
            <a:off x="722630" y="4406900"/>
            <a:ext cx="7774305" cy="136398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algn="l">
              <a:buFontTx/>
              <a:buNone/>
              <a:defRPr lang="en-GB" altLang="en-US" sz="4000" cap="all" b="1"/>
            </a:lvl1pPr>
          </a:lstStyle>
          <a:p>
            <a:pPr marL="0" indent="0" rtl="0">
              <a:buFontTx/>
              <a:buNone/>
            </a:pPr>
            <a:endParaRPr lang="ko-KR" altLang="en-US" sz="4000" cap="all" b="1">
              <a:latin typeface="Calibri" charset="0"/>
              <a:ea typeface="맑은 고딕" charset="0"/>
              <a:cs typeface="+mj-cs"/>
            </a:endParaRPr>
          </a:p>
        </p:txBody>
      </p:sp>
      <p:sp>
        <p:nvSpPr>
          <p:cNvPr id="168" name="Text Placeholder 2"/>
          <p:cNvSpPr txBox="1">
            <a:spLocks noGrp="1"/>
          </p:cNvSpPr>
          <p:nvPr>
            <p:ph type="body" idx="1"/>
          </p:nvPr>
        </p:nvSpPr>
        <p:spPr>
          <a:xfrm rot="0">
            <a:off x="722630" y="2907030"/>
            <a:ext cx="7774305" cy="150177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 rtl="0">
              <a:buFontTx/>
              <a:buNone/>
            </a:pPr>
            <a:endParaRPr lang="ko-KR" altLang="en-US" sz="2000">
              <a:latin typeface="Calibri" charset="0"/>
              <a:ea typeface="맑은 고딕" charset="0"/>
              <a:cs typeface="+mn-cs"/>
            </a:endParaRPr>
          </a:p>
        </p:txBody>
      </p:sp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705" cy="1208405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1605" cy="9361805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38015" y="-3113405"/>
            <a:ext cx="9349740" cy="1655064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3205" cy="9565005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531110"/>
            <a:ext cx="13528040" cy="15240"/>
          </a:xfrm>
          <a:prstGeom prst="rect"/>
          <a:noFill/>
        </p:spPr>
      </p:pic>
      <p:grpSp>
        <p:nvGrpSpPr>
          <p:cNvPr id="50" name="Group 5"/>
          <p:cNvGrpSpPr>
            <a:grpSpLocks/>
          </p:cNvGrpSpPr>
          <p:nvPr/>
        </p:nvGrpSpPr>
        <p:grpSpPr>
          <a:xfrm rot="0">
            <a:off x="533400" y="1029335"/>
            <a:ext cx="993140" cy="2098040"/>
            <a:chOff x="533400" y="1029335"/>
            <a:chExt cx="993140" cy="2098040"/>
          </a:xfrm>
        </p:grpSpPr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2440" cy="472440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8040" cy="142240"/>
            </a:xfrm>
            <a:prstGeom prst="rect"/>
            <a:noFill/>
          </p:spPr>
        </p:pic>
        <p:pic>
          <p:nvPicPr>
            <p:cNvPr id="33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8040" cy="142240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2440" cy="472440"/>
            </a:xfrm>
            <a:prstGeom prst="rect"/>
            <a:noFill/>
          </p:spPr>
        </p:pic>
        <p:pic>
          <p:nvPicPr>
            <p:cNvPr id="3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8040" cy="142240"/>
            </a:xfrm>
            <a:prstGeom prst="rect"/>
            <a:noFill/>
          </p:spPr>
        </p:pic>
        <p:pic>
          <p:nvPicPr>
            <p:cNvPr id="3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8040" cy="142240"/>
            </a:xfrm>
            <a:prstGeom prst="rect"/>
            <a:noFill/>
          </p:spPr>
        </p:pic>
        <p:pic>
          <p:nvPicPr>
            <p:cNvPr id="3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2440" cy="472440"/>
            </a:xfrm>
            <a:prstGeom prst="rect"/>
            <a:noFill/>
          </p:spPr>
        </p:pic>
        <p:pic>
          <p:nvPicPr>
            <p:cNvPr id="4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8040" cy="142240"/>
            </a:xfrm>
            <a:prstGeom prst="rect"/>
            <a:noFill/>
          </p:spPr>
        </p:pic>
        <p:pic>
          <p:nvPicPr>
            <p:cNvPr id="4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8040" cy="142240"/>
            </a:xfrm>
            <a:prstGeom prst="rect"/>
            <a:noFill/>
          </p:spPr>
        </p:pic>
      </p:grpSp>
      <p:sp>
        <p:nvSpPr>
          <p:cNvPr id="43" name="Rect 0"/>
          <p:cNvSpPr txBox="1">
            <a:spLocks/>
          </p:cNvSpPr>
          <p:nvPr/>
        </p:nvSpPr>
        <p:spPr>
          <a:xfrm rot="0">
            <a:off x="2362200" y="1489710"/>
            <a:ext cx="765175" cy="307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01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grpSp>
        <p:nvGrpSpPr>
          <p:cNvPr id="165" name="Group 5"/>
          <p:cNvGrpSpPr>
            <a:grpSpLocks/>
          </p:cNvGrpSpPr>
          <p:nvPr/>
        </p:nvGrpSpPr>
        <p:grpSpPr>
          <a:xfrm rot="0">
            <a:off x="3124200" y="1033780"/>
            <a:ext cx="10144125" cy="1600200"/>
            <a:chOff x="3124200" y="1033780"/>
            <a:chExt cx="10144125" cy="1600200"/>
          </a:xfrm>
        </p:grpSpPr>
        <p:sp>
          <p:nvSpPr>
            <p:cNvPr id="163" name="Rect 0"/>
            <p:cNvSpPr txBox="1">
              <a:spLocks/>
            </p:cNvSpPr>
            <p:nvPr/>
          </p:nvSpPr>
          <p:spPr>
            <a:xfrm rot="0">
              <a:off x="3124200" y="1033780"/>
              <a:ext cx="2715895" cy="160020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ctr">
                <a:lnSpc>
                  <a:spcPct val="124499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latin typeface="SB AggroOTF Medium" charset="0"/>
                </a:rPr>
                <a:t>ERD</a:t>
              </a:r>
              <a:endParaRPr lang="ko-KR" altLang="en-US" sz="6300" i="0" b="0" strike="noStrike">
                <a:solidFill>
                  <a:srgbClr val="677D6A"/>
                </a:solidFill>
                <a:latin typeface="SB AggroOTF Medium" charset="0"/>
              </a:endParaRPr>
            </a:p>
          </p:txBody>
        </p:sp>
        <p:sp>
          <p:nvSpPr>
            <p:cNvPr id="164" name="Rect 0"/>
            <p:cNvSpPr txBox="1">
              <a:spLocks/>
            </p:cNvSpPr>
            <p:nvPr/>
          </p:nvSpPr>
          <p:spPr>
            <a:xfrm rot="0">
              <a:off x="5642610" y="1337310"/>
              <a:ext cx="7625715" cy="96901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구조도(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이미지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)</a:t>
              </a:r>
              <a:endParaRPr lang="ko-KR" altLang="en-US" sz="6300" i="0" b="0" strike="noStrike">
                <a:solidFill>
                  <a:srgbClr val="677D6A"/>
                </a:solidFill>
                <a:ea typeface="SB AggroOTF Medium" charset="0"/>
              </a:endParaRPr>
            </a:p>
          </p:txBody>
        </p:sp>
      </p:grpSp>
      <p:sp>
        <p:nvSpPr>
          <p:cNvPr id="171" name="Rect 0"/>
          <p:cNvSpPr txBox="1">
            <a:spLocks noGrp="1"/>
          </p:cNvSpPr>
          <p:nvPr/>
        </p:nvSpPr>
        <p:spPr>
          <a:xfrm rot="0">
            <a:off x="8568055" y="4213860"/>
            <a:ext cx="8046085" cy="4968875"/>
          </a:xfrm>
          <a:prstGeom prst="rect"/>
          <a:ln>
            <a:noFill/>
            <a:prstDash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 numCol="1" vert="horz" anchor="b">
            <a:normAutofit fontScale="100000" lnSpcReduction="20000"/>
          </a:bodyPr>
          <a:lstStyle>
            <a:lvl1pPr marL="0" indent="0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>
              <a:buFontTx/>
              <a:buNone/>
            </a:pPr>
            <a:r>
              <a:rPr sz="1800">
                <a:solidFill>
                  <a:srgbClr val="408080"/>
                </a:solidFill>
                <a:latin typeface="Consolas" charset="0"/>
                <a:ea typeface="Consolas" charset="0"/>
              </a:rPr>
              <a:t>--이미지 테이블 생성</a:t>
            </a:r>
            <a:endParaRPr lang="ko-KR" altLang="en-US" sz="18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>
              <a:buFontTx/>
              <a:buNone/>
            </a:pPr>
            <a:r>
              <a:rPr sz="1800">
                <a:solidFill>
                  <a:srgbClr val="408080"/>
                </a:solidFill>
                <a:latin typeface="Consolas" charset="0"/>
                <a:ea typeface="Consolas" charset="0"/>
              </a:rPr>
              <a:t>create table board_images </a:t>
            </a:r>
            <a:endParaRPr lang="ko-KR" altLang="en-US" sz="18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>
              <a:buFontTx/>
              <a:buNone/>
            </a:pPr>
            <a:r>
              <a:rPr sz="1800">
                <a:solidFill>
                  <a:srgbClr val="408080"/>
                </a:solidFill>
                <a:latin typeface="Consolas" charset="0"/>
                <a:ea typeface="Consolas" charset="0"/>
              </a:rPr>
              <a:t>(</a:t>
            </a:r>
            <a:endParaRPr lang="ko-KR" altLang="en-US" sz="18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>
              <a:buFontTx/>
              <a:buNone/>
            </a:pPr>
            <a:r>
              <a:rPr sz="1800">
                <a:solidFill>
                  <a:srgbClr val="408080"/>
                </a:solidFill>
                <a:latin typeface="Consolas" charset="0"/>
                <a:ea typeface="Consolas" charset="0"/>
              </a:rPr>
              <a:t>img_idx int not null,</a:t>
            </a:r>
            <a:endParaRPr lang="ko-KR" altLang="en-US" sz="18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>
              <a:buFontTx/>
              <a:buNone/>
            </a:pPr>
            <a:r>
              <a:rPr sz="1800">
                <a:solidFill>
                  <a:srgbClr val="408080"/>
                </a:solidFill>
                <a:latin typeface="Consolas" charset="0"/>
                <a:ea typeface="Consolas" charset="0"/>
              </a:rPr>
              <a:t>b_idx int not null,</a:t>
            </a:r>
            <a:endParaRPr lang="ko-KR" altLang="en-US" sz="18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>
              <a:buFontTx/>
              <a:buNone/>
            </a:pPr>
            <a:r>
              <a:rPr sz="1800">
                <a:solidFill>
                  <a:srgbClr val="408080"/>
                </a:solidFill>
                <a:latin typeface="Consolas" charset="0"/>
                <a:ea typeface="Consolas" charset="0"/>
              </a:rPr>
              <a:t>b_filename varchar2(100) not null</a:t>
            </a:r>
            <a:endParaRPr lang="ko-KR" altLang="en-US" sz="18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>
              <a:buFontTx/>
              <a:buNone/>
            </a:pPr>
            <a:r>
              <a:rPr sz="1800">
                <a:solidFill>
                  <a:srgbClr val="408080"/>
                </a:solidFill>
                <a:latin typeface="Consolas" charset="0"/>
                <a:ea typeface="Consolas" charset="0"/>
              </a:rPr>
              <a:t>)</a:t>
            </a:r>
            <a:endParaRPr lang="ko-KR" altLang="en-US" sz="18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>
              <a:buFontTx/>
              <a:buNone/>
            </a:pPr>
            <a:endParaRPr lang="ko-KR" altLang="en-US" sz="18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>
              <a:buFontTx/>
              <a:buNone/>
            </a:pPr>
            <a:r>
              <a:rPr sz="1800">
                <a:solidFill>
                  <a:srgbClr val="408080"/>
                </a:solidFill>
                <a:latin typeface="Consolas" charset="0"/>
                <a:ea typeface="Consolas" charset="0"/>
              </a:rPr>
              <a:t>--시퀀스 생성</a:t>
            </a:r>
            <a:endParaRPr lang="ko-KR" altLang="en-US" sz="18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>
              <a:buFontTx/>
              <a:buNone/>
            </a:pPr>
            <a:r>
              <a:rPr sz="1800">
                <a:solidFill>
                  <a:srgbClr val="408080"/>
                </a:solidFill>
                <a:latin typeface="Consolas" charset="0"/>
                <a:ea typeface="Consolas" charset="0"/>
              </a:rPr>
              <a:t>create sequence seq_board_images_img_idx</a:t>
            </a:r>
            <a:endParaRPr lang="ko-KR" altLang="en-US" sz="18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>
              <a:buFontTx/>
              <a:buNone/>
            </a:pPr>
            <a:endParaRPr lang="ko-KR" altLang="en-US" sz="18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>
              <a:buFontTx/>
              <a:buNone/>
            </a:pPr>
            <a:r>
              <a:rPr sz="1800">
                <a:solidFill>
                  <a:srgbClr val="408080"/>
                </a:solidFill>
                <a:latin typeface="Consolas" charset="0"/>
                <a:ea typeface="Consolas" charset="0"/>
              </a:rPr>
              <a:t>--기본키 </a:t>
            </a:r>
            <a:endParaRPr lang="ko-KR" altLang="en-US" sz="18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>
              <a:buFontTx/>
              <a:buNone/>
            </a:pPr>
            <a:r>
              <a:rPr sz="1800">
                <a:solidFill>
                  <a:srgbClr val="408080"/>
                </a:solidFill>
                <a:latin typeface="Consolas" charset="0"/>
                <a:ea typeface="Consolas" charset="0"/>
              </a:rPr>
              <a:t>alter table board_images</a:t>
            </a:r>
            <a:endParaRPr lang="ko-KR" altLang="en-US" sz="18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>
              <a:buFontTx/>
              <a:buNone/>
            </a:pPr>
            <a:r>
              <a:rPr sz="1800">
                <a:solidFill>
                  <a:srgbClr val="408080"/>
                </a:solidFill>
                <a:latin typeface="Consolas" charset="0"/>
                <a:ea typeface="Consolas" charset="0"/>
              </a:rPr>
              <a:t>	add constraint pk_board_images_img_idx primary key 	(img_idx)</a:t>
            </a:r>
            <a:endParaRPr lang="ko-KR" altLang="en-US" sz="18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>
              <a:buFontTx/>
              <a:buNone/>
            </a:pPr>
            <a:endParaRPr lang="ko-KR" altLang="en-US" sz="18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>
              <a:buFontTx/>
              <a:buNone/>
            </a:pPr>
            <a:r>
              <a:rPr sz="1800">
                <a:solidFill>
                  <a:srgbClr val="408080"/>
                </a:solidFill>
                <a:latin typeface="Consolas" charset="0"/>
                <a:ea typeface="Consolas" charset="0"/>
              </a:rPr>
              <a:t>--외래키</a:t>
            </a:r>
            <a:endParaRPr lang="ko-KR" altLang="en-US" sz="18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>
              <a:buFontTx/>
              <a:buNone/>
            </a:pPr>
            <a:r>
              <a:rPr sz="1800">
                <a:solidFill>
                  <a:srgbClr val="408080"/>
                </a:solidFill>
                <a:latin typeface="Consolas" charset="0"/>
                <a:ea typeface="Consolas" charset="0"/>
              </a:rPr>
              <a:t>alter table board_images</a:t>
            </a:r>
            <a:endParaRPr lang="ko-KR" altLang="en-US" sz="18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>
              <a:buFontTx/>
              <a:buNone/>
            </a:pPr>
            <a:r>
              <a:rPr lang="ko-KR" sz="1800">
                <a:solidFill>
                  <a:srgbClr val="408080"/>
                </a:solidFill>
                <a:latin typeface="Consolas" charset="0"/>
                <a:ea typeface="Consolas" charset="0"/>
              </a:rPr>
              <a:t>	a</a:t>
            </a:r>
            <a:r>
              <a:rPr sz="1800">
                <a:solidFill>
                  <a:srgbClr val="408080"/>
                </a:solidFill>
                <a:latin typeface="Consolas" charset="0"/>
                <a:ea typeface="Consolas" charset="0"/>
              </a:rPr>
              <a:t>dd constraint fk_board_images_b_idx foreign key (b_idx) 	references board (b_idx)</a:t>
            </a:r>
            <a:endParaRPr lang="ko-KR" altLang="en-US" sz="1800">
              <a:solidFill>
                <a:srgbClr val="408080"/>
              </a:solidFill>
              <a:latin typeface="Consolas" charset="0"/>
              <a:ea typeface="Consolas" charset="0"/>
            </a:endParaRPr>
          </a:p>
        </p:txBody>
      </p:sp>
      <p:pic>
        <p:nvPicPr>
          <p:cNvPr id="172" name="Picture 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65960" y="2911475"/>
            <a:ext cx="6922135" cy="158432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1"/>
          <p:cNvSpPr txBox="1">
            <a:spLocks noGrp="1"/>
          </p:cNvSpPr>
          <p:nvPr>
            <p:ph type="title"/>
          </p:nvPr>
        </p:nvSpPr>
        <p:spPr>
          <a:xfrm rot="0">
            <a:off x="722630" y="4406900"/>
            <a:ext cx="7774305" cy="136398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algn="l">
              <a:buFontTx/>
              <a:buNone/>
              <a:defRPr lang="en-GB" altLang="en-US" sz="4000" cap="all" b="1"/>
            </a:lvl1pPr>
          </a:lstStyle>
          <a:p>
            <a:pPr marL="0" indent="0" rtl="0">
              <a:buFontTx/>
              <a:buNone/>
            </a:pPr>
            <a:endParaRPr lang="ko-KR" altLang="en-US" sz="4000" cap="all" b="1">
              <a:latin typeface="Calibri" charset="0"/>
              <a:ea typeface="맑은 고딕" charset="0"/>
              <a:cs typeface="+mj-cs"/>
            </a:endParaRPr>
          </a:p>
        </p:txBody>
      </p:sp>
      <p:sp>
        <p:nvSpPr>
          <p:cNvPr id="168" name="Text Placeholder 2"/>
          <p:cNvSpPr txBox="1">
            <a:spLocks noGrp="1"/>
          </p:cNvSpPr>
          <p:nvPr>
            <p:ph type="body" idx="1"/>
          </p:nvPr>
        </p:nvSpPr>
        <p:spPr>
          <a:xfrm rot="0">
            <a:off x="722630" y="2907030"/>
            <a:ext cx="7774305" cy="150177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 rtl="0">
              <a:buFontTx/>
              <a:buNone/>
            </a:pPr>
            <a:endParaRPr lang="ko-KR" altLang="en-US" sz="2000">
              <a:latin typeface="Calibri" charset="0"/>
              <a:ea typeface="맑은 고딕" charset="0"/>
              <a:cs typeface="+mn-cs"/>
            </a:endParaRPr>
          </a:p>
        </p:txBody>
      </p:sp>
      <p:pic>
        <p:nvPicPr>
          <p:cNvPr id="2" name="Picture " descr="C:/Users/14A/AppData/Roaming/PolarisOffice/ETemp/9260_13545288/image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705" cy="1208405"/>
          </a:xfrm>
          <a:prstGeom prst="rect"/>
          <a:noFill/>
        </p:spPr>
      </p:pic>
      <p:pic>
        <p:nvPicPr>
          <p:cNvPr id="3" name="Picture " descr="C:/Users/14A/AppData/Roaming/PolarisOffice/ETemp/9260_13545288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1605" cy="9361805"/>
          </a:xfrm>
          <a:prstGeom prst="rect"/>
          <a:noFill/>
        </p:spPr>
      </p:pic>
      <p:pic>
        <p:nvPicPr>
          <p:cNvPr id="4" name="Picture " descr="C:/Users/14A/AppData/Roaming/PolarisOffice/ETemp/9260_13545288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38015" y="-3113405"/>
            <a:ext cx="9349740" cy="16550640"/>
          </a:xfrm>
          <a:prstGeom prst="rect"/>
          <a:noFill/>
        </p:spPr>
      </p:pic>
      <p:pic>
        <p:nvPicPr>
          <p:cNvPr id="5" name="Picture " descr="C:/Users/14A/AppData/Roaming/PolarisOffice/ETemp/9260_13545288/image13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3205" cy="9565005"/>
          </a:xfrm>
          <a:prstGeom prst="rect"/>
          <a:noFill/>
        </p:spPr>
      </p:pic>
      <p:pic>
        <p:nvPicPr>
          <p:cNvPr id="7" name="Picture " descr="C:/Users/14A/AppData/Roaming/PolarisOffice/ETemp/9260_13545288/image1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531110"/>
            <a:ext cx="13528040" cy="15240"/>
          </a:xfrm>
          <a:prstGeom prst="rect"/>
          <a:noFill/>
        </p:spPr>
      </p:pic>
      <p:grpSp>
        <p:nvGrpSpPr>
          <p:cNvPr id="50" name="Group 5"/>
          <p:cNvGrpSpPr>
            <a:grpSpLocks/>
          </p:cNvGrpSpPr>
          <p:nvPr/>
        </p:nvGrpSpPr>
        <p:grpSpPr>
          <a:xfrm rot="0">
            <a:off x="533400" y="1029335"/>
            <a:ext cx="993140" cy="2098040"/>
            <a:chOff x="533400" y="1029335"/>
            <a:chExt cx="993140" cy="2098040"/>
          </a:xfrm>
        </p:grpSpPr>
        <p:pic>
          <p:nvPicPr>
            <p:cNvPr id="30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2440" cy="472440"/>
            </a:xfrm>
            <a:prstGeom prst="rect"/>
            <a:noFill/>
          </p:spPr>
        </p:pic>
        <p:pic>
          <p:nvPicPr>
            <p:cNvPr id="32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8040" cy="142240"/>
            </a:xfrm>
            <a:prstGeom prst="rect"/>
            <a:noFill/>
          </p:spPr>
        </p:pic>
        <p:pic>
          <p:nvPicPr>
            <p:cNvPr id="33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8040" cy="142240"/>
            </a:xfrm>
            <a:prstGeom prst="rect"/>
            <a:noFill/>
          </p:spPr>
        </p:pic>
        <p:pic>
          <p:nvPicPr>
            <p:cNvPr id="34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2440" cy="472440"/>
            </a:xfrm>
            <a:prstGeom prst="rect"/>
            <a:noFill/>
          </p:spPr>
        </p:pic>
        <p:pic>
          <p:nvPicPr>
            <p:cNvPr id="36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8040" cy="142240"/>
            </a:xfrm>
            <a:prstGeom prst="rect"/>
            <a:noFill/>
          </p:spPr>
        </p:pic>
        <p:pic>
          <p:nvPicPr>
            <p:cNvPr id="37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8040" cy="142240"/>
            </a:xfrm>
            <a:prstGeom prst="rect"/>
            <a:noFill/>
          </p:spPr>
        </p:pic>
        <p:pic>
          <p:nvPicPr>
            <p:cNvPr id="38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2440" cy="472440"/>
            </a:xfrm>
            <a:prstGeom prst="rect"/>
            <a:noFill/>
          </p:spPr>
        </p:pic>
        <p:pic>
          <p:nvPicPr>
            <p:cNvPr id="40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8040" cy="142240"/>
            </a:xfrm>
            <a:prstGeom prst="rect"/>
            <a:noFill/>
          </p:spPr>
        </p:pic>
        <p:pic>
          <p:nvPicPr>
            <p:cNvPr id="41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8040" cy="142240"/>
            </a:xfrm>
            <a:prstGeom prst="rect"/>
            <a:noFill/>
          </p:spPr>
        </p:pic>
      </p:grpSp>
      <p:sp>
        <p:nvSpPr>
          <p:cNvPr id="43" name="Rect 0"/>
          <p:cNvSpPr txBox="1">
            <a:spLocks/>
          </p:cNvSpPr>
          <p:nvPr/>
        </p:nvSpPr>
        <p:spPr>
          <a:xfrm rot="0">
            <a:off x="2362200" y="1489710"/>
            <a:ext cx="765175" cy="307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01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grpSp>
        <p:nvGrpSpPr>
          <p:cNvPr id="165" name="Group 5"/>
          <p:cNvGrpSpPr>
            <a:grpSpLocks/>
          </p:cNvGrpSpPr>
          <p:nvPr/>
        </p:nvGrpSpPr>
        <p:grpSpPr>
          <a:xfrm rot="0">
            <a:off x="3124200" y="1033780"/>
            <a:ext cx="10144125" cy="1600200"/>
            <a:chOff x="3124200" y="1033780"/>
            <a:chExt cx="10144125" cy="1600200"/>
          </a:xfrm>
        </p:grpSpPr>
        <p:sp>
          <p:nvSpPr>
            <p:cNvPr id="163" name="Rect 0"/>
            <p:cNvSpPr txBox="1">
              <a:spLocks/>
            </p:cNvSpPr>
            <p:nvPr/>
          </p:nvSpPr>
          <p:spPr>
            <a:xfrm rot="0">
              <a:off x="3124200" y="1033780"/>
              <a:ext cx="2715895" cy="160020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ctr">
                <a:lnSpc>
                  <a:spcPct val="124499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latin typeface="SB AggroOTF Medium" charset="0"/>
                </a:rPr>
                <a:t>ERD</a:t>
              </a:r>
              <a:endParaRPr lang="ko-KR" altLang="en-US" sz="6300" i="0" b="0" strike="noStrike">
                <a:solidFill>
                  <a:srgbClr val="677D6A"/>
                </a:solidFill>
                <a:latin typeface="SB AggroOTF Medium" charset="0"/>
              </a:endParaRPr>
            </a:p>
          </p:txBody>
        </p:sp>
        <p:sp>
          <p:nvSpPr>
            <p:cNvPr id="164" name="Rect 0"/>
            <p:cNvSpPr txBox="1">
              <a:spLocks/>
            </p:cNvSpPr>
            <p:nvPr/>
          </p:nvSpPr>
          <p:spPr>
            <a:xfrm rot="0">
              <a:off x="5642610" y="1337310"/>
              <a:ext cx="7625715" cy="96901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구조도(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답변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)</a:t>
              </a:r>
              <a:endParaRPr lang="ko-KR" altLang="en-US" sz="6300" i="0" b="0" strike="noStrike">
                <a:solidFill>
                  <a:srgbClr val="677D6A"/>
                </a:solidFill>
                <a:ea typeface="SB AggroOTF Medium" charset="0"/>
              </a:endParaRPr>
            </a:p>
          </p:txBody>
        </p:sp>
      </p:grpSp>
      <p:pic>
        <p:nvPicPr>
          <p:cNvPr id="170" name="그림 10" descr="C:/Users/14A/AppData/Roaming/PolarisOffice/ETemp/9260_13545288/fImage3865913451478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162175" y="2746375"/>
            <a:ext cx="5946775" cy="2821940"/>
          </a:xfrm>
          <a:prstGeom prst="rect"/>
          <a:noFill/>
        </p:spPr>
      </p:pic>
      <p:sp>
        <p:nvSpPr>
          <p:cNvPr id="171" name="텍스트 상자 23"/>
          <p:cNvSpPr txBox="1">
            <a:spLocks noGrp="1"/>
          </p:cNvSpPr>
          <p:nvPr/>
        </p:nvSpPr>
        <p:spPr>
          <a:xfrm rot="0">
            <a:off x="8197850" y="2898775"/>
            <a:ext cx="8178165" cy="6372860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20000"/>
          </a:bodyPr>
          <a:lstStyle>
            <a:lvl1pPr marL="0" indent="0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--답변 테이블 생성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create table answer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(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a_idx int not null,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b_idx int not null,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m_idx int not null,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a_content clob not null,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a_rdate date default sysdate,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a_udate date,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m_name varchar2(50) not null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--시퀀스 생성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create sequence seq_answer_a_idx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--기본키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alter table answer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add constraint pk_answer_a_idx primary key (a_idx)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--외래키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alter table answer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add constraint fk_answer_b_idx foreign key (b_idx)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references board (b_idx)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--외래키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alter table answer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add constraint fk_answer_m_idx foreign key (m_idx)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references member(m_idx)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705" cy="1208405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1605" cy="9361805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38015" y="-3113405"/>
            <a:ext cx="9349740" cy="1655064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3205" cy="9565005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531110"/>
            <a:ext cx="13528040" cy="15240"/>
          </a:xfrm>
          <a:prstGeom prst="rect"/>
          <a:noFill/>
        </p:spPr>
      </p:pic>
      <p:grpSp>
        <p:nvGrpSpPr>
          <p:cNvPr id="50" name="Group 5"/>
          <p:cNvGrpSpPr>
            <a:grpSpLocks/>
          </p:cNvGrpSpPr>
          <p:nvPr/>
        </p:nvGrpSpPr>
        <p:grpSpPr>
          <a:xfrm rot="0">
            <a:off x="533400" y="1029335"/>
            <a:ext cx="993140" cy="2098040"/>
            <a:chOff x="533400" y="1029335"/>
            <a:chExt cx="993140" cy="2098040"/>
          </a:xfrm>
        </p:grpSpPr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2440" cy="472440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8040" cy="142240"/>
            </a:xfrm>
            <a:prstGeom prst="rect"/>
            <a:noFill/>
          </p:spPr>
        </p:pic>
        <p:pic>
          <p:nvPicPr>
            <p:cNvPr id="33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8040" cy="142240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2440" cy="472440"/>
            </a:xfrm>
            <a:prstGeom prst="rect"/>
            <a:noFill/>
          </p:spPr>
        </p:pic>
        <p:pic>
          <p:nvPicPr>
            <p:cNvPr id="3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8040" cy="142240"/>
            </a:xfrm>
            <a:prstGeom prst="rect"/>
            <a:noFill/>
          </p:spPr>
        </p:pic>
        <p:pic>
          <p:nvPicPr>
            <p:cNvPr id="3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8040" cy="142240"/>
            </a:xfrm>
            <a:prstGeom prst="rect"/>
            <a:noFill/>
          </p:spPr>
        </p:pic>
        <p:pic>
          <p:nvPicPr>
            <p:cNvPr id="3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2440" cy="472440"/>
            </a:xfrm>
            <a:prstGeom prst="rect"/>
            <a:noFill/>
          </p:spPr>
        </p:pic>
        <p:pic>
          <p:nvPicPr>
            <p:cNvPr id="4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8040" cy="142240"/>
            </a:xfrm>
            <a:prstGeom prst="rect"/>
            <a:noFill/>
          </p:spPr>
        </p:pic>
        <p:pic>
          <p:nvPicPr>
            <p:cNvPr id="4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8040" cy="142240"/>
            </a:xfrm>
            <a:prstGeom prst="rect"/>
            <a:noFill/>
          </p:spPr>
        </p:pic>
      </p:grpSp>
      <p:sp>
        <p:nvSpPr>
          <p:cNvPr id="43" name="Rect 0"/>
          <p:cNvSpPr txBox="1">
            <a:spLocks/>
          </p:cNvSpPr>
          <p:nvPr/>
        </p:nvSpPr>
        <p:spPr>
          <a:xfrm rot="0">
            <a:off x="2362200" y="1489710"/>
            <a:ext cx="765175" cy="307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01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grpSp>
        <p:nvGrpSpPr>
          <p:cNvPr id="165" name="Group 5"/>
          <p:cNvGrpSpPr>
            <a:grpSpLocks/>
          </p:cNvGrpSpPr>
          <p:nvPr/>
        </p:nvGrpSpPr>
        <p:grpSpPr>
          <a:xfrm>
            <a:off x="3124200" y="1033780"/>
            <a:ext cx="9403080" cy="1599565"/>
            <a:chOff x="3124200" y="1033780"/>
            <a:chExt cx="9403080" cy="1599565"/>
          </a:xfrm>
        </p:grpSpPr>
        <p:sp>
          <p:nvSpPr>
            <p:cNvPr id="163" name="Rect 0"/>
            <p:cNvSpPr txBox="1">
              <a:spLocks/>
            </p:cNvSpPr>
            <p:nvPr/>
          </p:nvSpPr>
          <p:spPr>
            <a:xfrm rot="0">
              <a:off x="3124200" y="1033780"/>
              <a:ext cx="2715895" cy="160020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ctr">
                <a:lnSpc>
                  <a:spcPct val="124499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latin typeface="SB AggroOTF Medium" charset="0"/>
                </a:rPr>
                <a:t>ERD</a:t>
              </a:r>
              <a:endParaRPr lang="ko-KR" altLang="en-US" sz="6300" i="0" b="0" strike="noStrike">
                <a:solidFill>
                  <a:srgbClr val="677D6A"/>
                </a:solidFill>
                <a:latin typeface="SB AggroOTF Medium" charset="0"/>
              </a:endParaRPr>
            </a:p>
          </p:txBody>
        </p:sp>
        <p:sp>
          <p:nvSpPr>
            <p:cNvPr id="164" name="Rect 0"/>
            <p:cNvSpPr txBox="1">
              <a:spLocks/>
            </p:cNvSpPr>
            <p:nvPr/>
          </p:nvSpPr>
          <p:spPr>
            <a:xfrm rot="0">
              <a:off x="5642610" y="1337310"/>
              <a:ext cx="6885305" cy="96901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구조도(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산책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)</a:t>
              </a:r>
              <a:endParaRPr lang="ko-KR" altLang="en-US" sz="6300" i="0" b="0" strike="noStrike">
                <a:solidFill>
                  <a:srgbClr val="677D6A"/>
                </a:solidFill>
                <a:ea typeface="SB AggroOTF Medium" charset="0"/>
              </a:endParaRPr>
            </a:p>
          </p:txBody>
        </p:sp>
      </p:grpSp>
      <p:pic>
        <p:nvPicPr>
          <p:cNvPr id="166" name="그림 14" descr="C:/Users/14A/AppData/Roaming/PolarisOffice/ETemp/9260_13545288/fImage3862513499358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019300" y="2943225"/>
            <a:ext cx="5873115" cy="2727325"/>
          </a:xfrm>
          <a:prstGeom prst="rect"/>
          <a:noFill/>
        </p:spPr>
      </p:pic>
      <p:sp>
        <p:nvSpPr>
          <p:cNvPr id="167" name="텍스트 상자 24"/>
          <p:cNvSpPr txBox="1">
            <a:spLocks noGrp="1"/>
          </p:cNvSpPr>
          <p:nvPr/>
        </p:nvSpPr>
        <p:spPr>
          <a:xfrm rot="0">
            <a:off x="8249285" y="2873375"/>
            <a:ext cx="8178165" cy="5223510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20000"/>
          </a:bodyPr>
          <a:lstStyle>
            <a:lvl1pPr marL="0" indent="0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 산책 테이블 생성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create table stoll (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s_idx int not null,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m_idx int not null,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p_idx int not null,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s_rdate date not null,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s_stime date not null,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s_etime date not null,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s_distance int,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s_memo varchar2(100)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--시퀀스 생성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create sequence seq_stoll_s_idx 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--기본키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altet table stoll add contraint pk_stoll primary key(s_idx,m_idx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--외래키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alter table stoll 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add contraint fk_member_to_stoll foreign key(m_idx)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references member(m_idx)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705" cy="1208405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1605" cy="9361805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38015" y="-3113405"/>
            <a:ext cx="9350375" cy="16551275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3205" cy="9565005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531110"/>
            <a:ext cx="13528040" cy="15240"/>
          </a:xfrm>
          <a:prstGeom prst="rect"/>
          <a:noFill/>
        </p:spPr>
      </p:pic>
      <p:grpSp>
        <p:nvGrpSpPr>
          <p:cNvPr id="50" name="Group 5"/>
          <p:cNvGrpSpPr>
            <a:grpSpLocks/>
          </p:cNvGrpSpPr>
          <p:nvPr/>
        </p:nvGrpSpPr>
        <p:grpSpPr>
          <a:xfrm rot="0">
            <a:off x="533400" y="1029335"/>
            <a:ext cx="993140" cy="2098040"/>
            <a:chOff x="533400" y="1029335"/>
            <a:chExt cx="993140" cy="2098040"/>
          </a:xfrm>
        </p:grpSpPr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2440" cy="472440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8040" cy="142240"/>
            </a:xfrm>
            <a:prstGeom prst="rect"/>
            <a:noFill/>
          </p:spPr>
        </p:pic>
        <p:pic>
          <p:nvPicPr>
            <p:cNvPr id="33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8040" cy="142240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2440" cy="472440"/>
            </a:xfrm>
            <a:prstGeom prst="rect"/>
            <a:noFill/>
          </p:spPr>
        </p:pic>
        <p:pic>
          <p:nvPicPr>
            <p:cNvPr id="3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8040" cy="142240"/>
            </a:xfrm>
            <a:prstGeom prst="rect"/>
            <a:noFill/>
          </p:spPr>
        </p:pic>
        <p:pic>
          <p:nvPicPr>
            <p:cNvPr id="3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8040" cy="142240"/>
            </a:xfrm>
            <a:prstGeom prst="rect"/>
            <a:noFill/>
          </p:spPr>
        </p:pic>
        <p:pic>
          <p:nvPicPr>
            <p:cNvPr id="3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2440" cy="472440"/>
            </a:xfrm>
            <a:prstGeom prst="rect"/>
            <a:noFill/>
          </p:spPr>
        </p:pic>
        <p:pic>
          <p:nvPicPr>
            <p:cNvPr id="4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8040" cy="142240"/>
            </a:xfrm>
            <a:prstGeom prst="rect"/>
            <a:noFill/>
          </p:spPr>
        </p:pic>
        <p:pic>
          <p:nvPicPr>
            <p:cNvPr id="4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8040" cy="142240"/>
            </a:xfrm>
            <a:prstGeom prst="rect"/>
            <a:noFill/>
          </p:spPr>
        </p:pic>
      </p:grpSp>
      <p:sp>
        <p:nvSpPr>
          <p:cNvPr id="43" name="Rect 0"/>
          <p:cNvSpPr txBox="1">
            <a:spLocks/>
          </p:cNvSpPr>
          <p:nvPr/>
        </p:nvSpPr>
        <p:spPr>
          <a:xfrm rot="0">
            <a:off x="2362200" y="1489710"/>
            <a:ext cx="765175" cy="307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01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grpSp>
        <p:nvGrpSpPr>
          <p:cNvPr id="165" name="Group 5"/>
          <p:cNvGrpSpPr>
            <a:grpSpLocks/>
          </p:cNvGrpSpPr>
          <p:nvPr/>
        </p:nvGrpSpPr>
        <p:grpSpPr>
          <a:xfrm>
            <a:off x="3124200" y="1033780"/>
            <a:ext cx="11663045" cy="1599565"/>
            <a:chOff x="3124200" y="1033780"/>
            <a:chExt cx="11663045" cy="1599565"/>
          </a:xfrm>
        </p:grpSpPr>
        <p:sp>
          <p:nvSpPr>
            <p:cNvPr id="163" name="Rect 0"/>
            <p:cNvSpPr txBox="1">
              <a:spLocks/>
            </p:cNvSpPr>
            <p:nvPr/>
          </p:nvSpPr>
          <p:spPr>
            <a:xfrm rot="0">
              <a:off x="3124200" y="1033780"/>
              <a:ext cx="2716530" cy="1600835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ctr">
                <a:lnSpc>
                  <a:spcPct val="124499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latin typeface="SB AggroOTF Medium" charset="0"/>
                </a:rPr>
                <a:t>ERD</a:t>
              </a:r>
              <a:endParaRPr lang="ko-KR" altLang="en-US" sz="6300" i="0" b="0" strike="noStrike">
                <a:solidFill>
                  <a:srgbClr val="677D6A"/>
                </a:solidFill>
                <a:latin typeface="SB AggroOTF Medium" charset="0"/>
              </a:endParaRPr>
            </a:p>
          </p:txBody>
        </p:sp>
        <p:sp>
          <p:nvSpPr>
            <p:cNvPr id="164" name="Rect 0"/>
            <p:cNvSpPr txBox="1">
              <a:spLocks/>
            </p:cNvSpPr>
            <p:nvPr/>
          </p:nvSpPr>
          <p:spPr>
            <a:xfrm rot="0">
              <a:off x="5642610" y="1401445"/>
              <a:ext cx="9145905" cy="969645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구조도(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급여-</a:t>
              </a:r>
              <a:r>
                <a:rPr lang="ko-KR" sz="4000" i="0" b="0" strike="noStrike">
                  <a:solidFill>
                    <a:srgbClr val="677D6A"/>
                  </a:solidFill>
                  <a:ea typeface="SB AggroOTF Medium" charset="0"/>
                </a:rPr>
                <a:t>사료/간식/영양제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)</a:t>
              </a:r>
              <a:endParaRPr lang="ko-KR" altLang="en-US" sz="6300" i="0" b="0" strike="noStrike">
                <a:solidFill>
                  <a:srgbClr val="677D6A"/>
                </a:solidFill>
                <a:ea typeface="SB AggroOTF Medium" charset="0"/>
              </a:endParaRPr>
            </a:p>
          </p:txBody>
        </p:sp>
      </p:grpSp>
      <p:pic>
        <p:nvPicPr>
          <p:cNvPr id="166" name="그림 16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054860" y="2709545"/>
            <a:ext cx="5798185" cy="3382010"/>
          </a:xfrm>
          <a:prstGeom prst="rect"/>
          <a:noFill/>
        </p:spPr>
      </p:pic>
      <p:sp>
        <p:nvSpPr>
          <p:cNvPr id="167" name="텍스트 상자 30"/>
          <p:cNvSpPr txBox="1">
            <a:spLocks noGrp="1"/>
          </p:cNvSpPr>
          <p:nvPr/>
        </p:nvSpPr>
        <p:spPr>
          <a:xfrm rot="0">
            <a:off x="8249285" y="2873375"/>
            <a:ext cx="8178165" cy="5223510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20000"/>
          </a:bodyPr>
          <a:lstStyle>
            <a:lvl1pPr marL="0" indent="0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 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급여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 테이블 생성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create table 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f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eeding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(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f_idx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i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nt not null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m_idx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i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nt not null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p_idx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i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nt not null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f_type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v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archar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2(50)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not null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f_rdate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d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ate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not null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f_time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d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ate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f_pname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v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archar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2(100)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--시퀀스 생성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create sequence seq_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f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eeding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_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f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_idx 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--기본키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altet table 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f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eeding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add contraint pk_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f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eeding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 primary key(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f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_idx,m_idx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--외래키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alter table 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f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eeding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add contraint fk_member_to_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f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eeding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foreign key(m_idx)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references member(m_idx)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14A/AppData/Roaming/PolarisOffice/ETemp/9260_13545288/image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8340" cy="1209040"/>
          </a:xfrm>
          <a:prstGeom prst="rect"/>
          <a:noFill/>
        </p:spPr>
      </p:pic>
      <p:pic>
        <p:nvPicPr>
          <p:cNvPr id="3" name="Picture " descr="C:/Users/14A/AppData/Roaming/PolarisOffice/ETemp/9260_13545288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2240" cy="9362440"/>
          </a:xfrm>
          <a:prstGeom prst="rect"/>
          <a:noFill/>
        </p:spPr>
      </p:pic>
      <p:pic>
        <p:nvPicPr>
          <p:cNvPr id="4" name="Picture " descr="C:/Users/14A/AppData/Roaming/PolarisOffice/ETemp/9260_13545288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38015" y="-3113405"/>
            <a:ext cx="9350375" cy="16551275"/>
          </a:xfrm>
          <a:prstGeom prst="rect"/>
          <a:noFill/>
        </p:spPr>
      </p:pic>
      <p:pic>
        <p:nvPicPr>
          <p:cNvPr id="5" name="Picture " descr="C:/Users/14A/AppData/Roaming/PolarisOffice/ETemp/9260_13545288/image13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3840" cy="9565640"/>
          </a:xfrm>
          <a:prstGeom prst="rect"/>
          <a:noFill/>
        </p:spPr>
      </p:pic>
      <p:pic>
        <p:nvPicPr>
          <p:cNvPr id="7" name="Picture " descr="C:/Users/14A/AppData/Roaming/PolarisOffice/ETemp/9260_13545288/image1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531110"/>
            <a:ext cx="13528675" cy="15875"/>
          </a:xfrm>
          <a:prstGeom prst="rect"/>
          <a:noFill/>
        </p:spPr>
      </p:pic>
      <p:grpSp>
        <p:nvGrpSpPr>
          <p:cNvPr id="50" name="Group 5"/>
          <p:cNvGrpSpPr>
            <a:grpSpLocks/>
          </p:cNvGrpSpPr>
          <p:nvPr/>
        </p:nvGrpSpPr>
        <p:grpSpPr>
          <a:xfrm rot="0">
            <a:off x="533400" y="1029335"/>
            <a:ext cx="993775" cy="2098675"/>
            <a:chOff x="533400" y="1029335"/>
            <a:chExt cx="993775" cy="2098675"/>
          </a:xfrm>
        </p:grpSpPr>
        <p:pic>
          <p:nvPicPr>
            <p:cNvPr id="30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3075" cy="473075"/>
            </a:xfrm>
            <a:prstGeom prst="rect"/>
            <a:noFill/>
          </p:spPr>
        </p:pic>
        <p:pic>
          <p:nvPicPr>
            <p:cNvPr id="32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8675" cy="142875"/>
            </a:xfrm>
            <a:prstGeom prst="rect"/>
            <a:noFill/>
          </p:spPr>
        </p:pic>
        <p:pic>
          <p:nvPicPr>
            <p:cNvPr id="33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8675" cy="142875"/>
            </a:xfrm>
            <a:prstGeom prst="rect"/>
            <a:noFill/>
          </p:spPr>
        </p:pic>
        <p:pic>
          <p:nvPicPr>
            <p:cNvPr id="34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3075" cy="473075"/>
            </a:xfrm>
            <a:prstGeom prst="rect"/>
            <a:noFill/>
          </p:spPr>
        </p:pic>
        <p:pic>
          <p:nvPicPr>
            <p:cNvPr id="36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8675" cy="142875"/>
            </a:xfrm>
            <a:prstGeom prst="rect"/>
            <a:noFill/>
          </p:spPr>
        </p:pic>
        <p:pic>
          <p:nvPicPr>
            <p:cNvPr id="37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8675" cy="142875"/>
            </a:xfrm>
            <a:prstGeom prst="rect"/>
            <a:noFill/>
          </p:spPr>
        </p:pic>
        <p:pic>
          <p:nvPicPr>
            <p:cNvPr id="38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3075" cy="473075"/>
            </a:xfrm>
            <a:prstGeom prst="rect"/>
            <a:noFill/>
          </p:spPr>
        </p:pic>
        <p:pic>
          <p:nvPicPr>
            <p:cNvPr id="40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8675" cy="142875"/>
            </a:xfrm>
            <a:prstGeom prst="rect"/>
            <a:noFill/>
          </p:spPr>
        </p:pic>
        <p:pic>
          <p:nvPicPr>
            <p:cNvPr id="41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8675" cy="142875"/>
            </a:xfrm>
            <a:prstGeom prst="rect"/>
            <a:noFill/>
          </p:spPr>
        </p:pic>
      </p:grpSp>
      <p:sp>
        <p:nvSpPr>
          <p:cNvPr id="43" name="Rect 0"/>
          <p:cNvSpPr txBox="1">
            <a:spLocks/>
          </p:cNvSpPr>
          <p:nvPr/>
        </p:nvSpPr>
        <p:spPr>
          <a:xfrm rot="0">
            <a:off x="2362200" y="1489710"/>
            <a:ext cx="765810" cy="30861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01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grpSp>
        <p:nvGrpSpPr>
          <p:cNvPr id="165" name="Group 5"/>
          <p:cNvGrpSpPr>
            <a:grpSpLocks/>
          </p:cNvGrpSpPr>
          <p:nvPr/>
        </p:nvGrpSpPr>
        <p:grpSpPr>
          <a:xfrm rot="0">
            <a:off x="3124200" y="1033780"/>
            <a:ext cx="11663680" cy="1600200"/>
            <a:chOff x="3124200" y="1033780"/>
            <a:chExt cx="11663680" cy="1600200"/>
          </a:xfrm>
        </p:grpSpPr>
        <p:sp>
          <p:nvSpPr>
            <p:cNvPr id="163" name="Rect 0"/>
            <p:cNvSpPr txBox="1">
              <a:spLocks/>
            </p:cNvSpPr>
            <p:nvPr/>
          </p:nvSpPr>
          <p:spPr>
            <a:xfrm rot="0">
              <a:off x="3124200" y="1033780"/>
              <a:ext cx="2715895" cy="160020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ctr">
                <a:lnSpc>
                  <a:spcPct val="124499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latin typeface="SB AggroOTF Medium" charset="0"/>
                </a:rPr>
                <a:t>ERD</a:t>
              </a:r>
              <a:endParaRPr lang="ko-KR" altLang="en-US" sz="6300" i="0" b="0" strike="noStrike">
                <a:solidFill>
                  <a:srgbClr val="677D6A"/>
                </a:solidFill>
                <a:latin typeface="SB AggroOTF Medium" charset="0"/>
              </a:endParaRPr>
            </a:p>
          </p:txBody>
        </p:sp>
        <p:sp>
          <p:nvSpPr>
            <p:cNvPr id="164" name="Rect 0"/>
            <p:cNvSpPr txBox="1">
              <a:spLocks/>
            </p:cNvSpPr>
            <p:nvPr/>
          </p:nvSpPr>
          <p:spPr>
            <a:xfrm rot="0">
              <a:off x="5642610" y="1401445"/>
              <a:ext cx="9145270" cy="96901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구조도(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체중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)</a:t>
              </a:r>
              <a:endParaRPr lang="ko-KR" altLang="en-US" sz="6300" i="0" b="0" strike="noStrike">
                <a:solidFill>
                  <a:srgbClr val="677D6A"/>
                </a:solidFill>
                <a:ea typeface="SB AggroOTF Medium" charset="0"/>
              </a:endParaRPr>
            </a:p>
          </p:txBody>
        </p:sp>
      </p:grpSp>
      <p:pic>
        <p:nvPicPr>
          <p:cNvPr id="166" name="그림 17" descr="C:/Users/14A/AppData/Roaming/PolarisOffice/ETemp/9260_13545288/fImage2791114554464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056130" y="2735580"/>
            <a:ext cx="5784850" cy="2692400"/>
          </a:xfrm>
          <a:prstGeom prst="rect"/>
          <a:noFill/>
        </p:spPr>
      </p:pic>
      <p:sp>
        <p:nvSpPr>
          <p:cNvPr id="167" name="텍스트 상자 26"/>
          <p:cNvSpPr txBox="1">
            <a:spLocks noGrp="1"/>
          </p:cNvSpPr>
          <p:nvPr/>
        </p:nvSpPr>
        <p:spPr>
          <a:xfrm rot="0">
            <a:off x="8121650" y="3933190"/>
            <a:ext cx="8390255" cy="4610100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20000"/>
          </a:bodyPr>
          <a:lstStyle>
            <a:lvl1pPr marL="0" indent="0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 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체중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 테이블 생성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create 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t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b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le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w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eight (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w_idx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i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nt n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o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t null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m_idx 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i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nt no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t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 null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p_idx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i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nt not n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u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ll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w_rdate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d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ate not nu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l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l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w_weight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n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umber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(6,2)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n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ot nu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l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l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--시퀀스 생성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create sequence seq_weight_w_idx 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--기본키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lter t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ble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w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eight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dd con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s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traint pk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_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weight primary 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key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(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w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_idx,m_idx)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--외래키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lter t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ble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w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eight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dd con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s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traint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fk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_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m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ember_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t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o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_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w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eight foreign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key(m_idx) references member(m_idx)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14A/AppData/Roaming/PolarisOffice/ETemp/9260_13545288/image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8340" cy="1209040"/>
          </a:xfrm>
          <a:prstGeom prst="rect"/>
          <a:noFill/>
        </p:spPr>
      </p:pic>
      <p:pic>
        <p:nvPicPr>
          <p:cNvPr id="3" name="Picture " descr="C:/Users/14A/AppData/Roaming/PolarisOffice/ETemp/9260_13545288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2240" cy="9362440"/>
          </a:xfrm>
          <a:prstGeom prst="rect"/>
          <a:noFill/>
        </p:spPr>
      </p:pic>
      <p:pic>
        <p:nvPicPr>
          <p:cNvPr id="4" name="Picture " descr="C:/Users/14A/AppData/Roaming/PolarisOffice/ETemp/9260_13545288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38015" y="-3113405"/>
            <a:ext cx="9350375" cy="16551275"/>
          </a:xfrm>
          <a:prstGeom prst="rect"/>
          <a:noFill/>
        </p:spPr>
      </p:pic>
      <p:pic>
        <p:nvPicPr>
          <p:cNvPr id="5" name="Picture " descr="C:/Users/14A/AppData/Roaming/PolarisOffice/ETemp/9260_13545288/image13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3840" cy="9565640"/>
          </a:xfrm>
          <a:prstGeom prst="rect"/>
          <a:noFill/>
        </p:spPr>
      </p:pic>
      <p:pic>
        <p:nvPicPr>
          <p:cNvPr id="7" name="Picture " descr="C:/Users/14A/AppData/Roaming/PolarisOffice/ETemp/9260_13545288/image1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531110"/>
            <a:ext cx="13528675" cy="15875"/>
          </a:xfrm>
          <a:prstGeom prst="rect"/>
          <a:noFill/>
        </p:spPr>
      </p:pic>
      <p:grpSp>
        <p:nvGrpSpPr>
          <p:cNvPr id="50" name="Group 5"/>
          <p:cNvGrpSpPr>
            <a:grpSpLocks/>
          </p:cNvGrpSpPr>
          <p:nvPr/>
        </p:nvGrpSpPr>
        <p:grpSpPr>
          <a:xfrm rot="0">
            <a:off x="533400" y="1029335"/>
            <a:ext cx="993775" cy="2098675"/>
            <a:chOff x="533400" y="1029335"/>
            <a:chExt cx="993775" cy="2098675"/>
          </a:xfrm>
        </p:grpSpPr>
        <p:pic>
          <p:nvPicPr>
            <p:cNvPr id="30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3075" cy="473075"/>
            </a:xfrm>
            <a:prstGeom prst="rect"/>
            <a:noFill/>
          </p:spPr>
        </p:pic>
        <p:pic>
          <p:nvPicPr>
            <p:cNvPr id="32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8675" cy="142875"/>
            </a:xfrm>
            <a:prstGeom prst="rect"/>
            <a:noFill/>
          </p:spPr>
        </p:pic>
        <p:pic>
          <p:nvPicPr>
            <p:cNvPr id="33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8675" cy="142875"/>
            </a:xfrm>
            <a:prstGeom prst="rect"/>
            <a:noFill/>
          </p:spPr>
        </p:pic>
        <p:pic>
          <p:nvPicPr>
            <p:cNvPr id="34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3075" cy="473075"/>
            </a:xfrm>
            <a:prstGeom prst="rect"/>
            <a:noFill/>
          </p:spPr>
        </p:pic>
        <p:pic>
          <p:nvPicPr>
            <p:cNvPr id="36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8675" cy="142875"/>
            </a:xfrm>
            <a:prstGeom prst="rect"/>
            <a:noFill/>
          </p:spPr>
        </p:pic>
        <p:pic>
          <p:nvPicPr>
            <p:cNvPr id="37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8675" cy="142875"/>
            </a:xfrm>
            <a:prstGeom prst="rect"/>
            <a:noFill/>
          </p:spPr>
        </p:pic>
        <p:pic>
          <p:nvPicPr>
            <p:cNvPr id="38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3075" cy="473075"/>
            </a:xfrm>
            <a:prstGeom prst="rect"/>
            <a:noFill/>
          </p:spPr>
        </p:pic>
        <p:pic>
          <p:nvPicPr>
            <p:cNvPr id="40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8675" cy="142875"/>
            </a:xfrm>
            <a:prstGeom prst="rect"/>
            <a:noFill/>
          </p:spPr>
        </p:pic>
        <p:pic>
          <p:nvPicPr>
            <p:cNvPr id="41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8675" cy="142875"/>
            </a:xfrm>
            <a:prstGeom prst="rect"/>
            <a:noFill/>
          </p:spPr>
        </p:pic>
      </p:grpSp>
      <p:sp>
        <p:nvSpPr>
          <p:cNvPr id="43" name="Rect 0"/>
          <p:cNvSpPr txBox="1">
            <a:spLocks/>
          </p:cNvSpPr>
          <p:nvPr/>
        </p:nvSpPr>
        <p:spPr>
          <a:xfrm rot="0">
            <a:off x="2362200" y="1489710"/>
            <a:ext cx="765810" cy="30861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01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grpSp>
        <p:nvGrpSpPr>
          <p:cNvPr id="165" name="Group 5"/>
          <p:cNvGrpSpPr>
            <a:grpSpLocks/>
          </p:cNvGrpSpPr>
          <p:nvPr/>
        </p:nvGrpSpPr>
        <p:grpSpPr>
          <a:xfrm rot="0">
            <a:off x="3124200" y="1033780"/>
            <a:ext cx="11663680" cy="1600200"/>
            <a:chOff x="3124200" y="1033780"/>
            <a:chExt cx="11663680" cy="1600200"/>
          </a:xfrm>
        </p:grpSpPr>
        <p:sp>
          <p:nvSpPr>
            <p:cNvPr id="163" name="Rect 0"/>
            <p:cNvSpPr txBox="1">
              <a:spLocks/>
            </p:cNvSpPr>
            <p:nvPr/>
          </p:nvSpPr>
          <p:spPr>
            <a:xfrm rot="0">
              <a:off x="3124200" y="1033780"/>
              <a:ext cx="2715895" cy="160020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ctr">
                <a:lnSpc>
                  <a:spcPct val="124499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latin typeface="SB AggroOTF Medium" charset="0"/>
                </a:rPr>
                <a:t>ERD</a:t>
              </a:r>
              <a:endParaRPr lang="ko-KR" altLang="en-US" sz="6300" i="0" b="0" strike="noStrike">
                <a:solidFill>
                  <a:srgbClr val="677D6A"/>
                </a:solidFill>
                <a:latin typeface="SB AggroOTF Medium" charset="0"/>
              </a:endParaRPr>
            </a:p>
          </p:txBody>
        </p:sp>
        <p:sp>
          <p:nvSpPr>
            <p:cNvPr id="164" name="Rect 0"/>
            <p:cNvSpPr txBox="1">
              <a:spLocks/>
            </p:cNvSpPr>
            <p:nvPr/>
          </p:nvSpPr>
          <p:spPr>
            <a:xfrm rot="0">
              <a:off x="5642610" y="1401445"/>
              <a:ext cx="9145270" cy="96901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구조도(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건강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)</a:t>
              </a:r>
              <a:endParaRPr lang="ko-KR" altLang="en-US" sz="6300" i="0" b="0" strike="noStrike">
                <a:solidFill>
                  <a:srgbClr val="677D6A"/>
                </a:solidFill>
                <a:ea typeface="SB AggroOTF Medium" charset="0"/>
              </a:endParaRPr>
            </a:p>
          </p:txBody>
        </p:sp>
      </p:grpSp>
      <p:pic>
        <p:nvPicPr>
          <p:cNvPr id="166" name="그림 18" descr="C:/Users/14A/AppData/Roaming/PolarisOffice/ETemp/9260_13545288/fImage5298314565705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122170" y="2743200"/>
            <a:ext cx="6139815" cy="3093085"/>
          </a:xfrm>
          <a:prstGeom prst="rect"/>
          <a:noFill/>
        </p:spPr>
      </p:pic>
      <p:sp>
        <p:nvSpPr>
          <p:cNvPr id="167" name="텍스트 상자 27"/>
          <p:cNvSpPr txBox="1">
            <a:spLocks noGrp="1"/>
          </p:cNvSpPr>
          <p:nvPr/>
        </p:nvSpPr>
        <p:spPr>
          <a:xfrm rot="0">
            <a:off x="8389620" y="2936875"/>
            <a:ext cx="8178165" cy="6296660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20000"/>
          </a:bodyPr>
          <a:lstStyle>
            <a:lvl1pPr marL="0" indent="0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 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건강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 테이블 생성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create 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t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b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le 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h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ealth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 (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h_idx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i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nt not nu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l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l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m_idx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i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nt not nu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l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l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p_idx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i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nt not nu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l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l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h_type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v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archa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r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2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(50)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n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ot null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h_rdate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d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ate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n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o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t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 null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h_time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d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ate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h_cost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n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umber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(10, 2),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h_content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v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archar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2(50)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not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n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u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ll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h_hname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v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archar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2(100),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h_ndate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d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ate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--시퀀스 생성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create sequence seq_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h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ealth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_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h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_idx 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--기본키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lter t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ble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h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ealth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dd con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s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traint pk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_h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ealth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primary 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key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(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h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_idx,m_idx)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--외래키</a:t>
            </a:r>
            <a:endParaRPr lang="ko-KR" altLang="en-US" sz="175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lter t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ble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h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ealth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dd con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s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traint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fk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_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m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ember_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t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o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_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h</a:t>
            </a:r>
            <a:r>
              <a:rPr lang="ko-KR" sz="1750">
                <a:solidFill>
                  <a:srgbClr val="408080"/>
                </a:solidFill>
                <a:latin typeface="Consolas" charset="0"/>
                <a:ea typeface="Consolas" charset="0"/>
              </a:rPr>
              <a:t>ealth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 foreign 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1750">
                <a:solidFill>
                  <a:srgbClr val="408080"/>
                </a:solidFill>
                <a:latin typeface="Consolas" charset="0"/>
                <a:ea typeface="Consolas" charset="0"/>
              </a:rPr>
              <a:t>key(m_idx) references member(m_idx)</a:t>
            </a:r>
            <a:endParaRPr lang="ko-KR" altLang="en-US" sz="3750">
              <a:solidFill>
                <a:srgbClr val="408080"/>
              </a:solidFill>
              <a:latin typeface="Consolas" charset="0"/>
              <a:ea typeface="Consolas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14A/AppData/Roaming/PolarisOffice/ETemp/9260_13545288/image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8340" cy="1209040"/>
          </a:xfrm>
          <a:prstGeom prst="rect"/>
          <a:noFill/>
        </p:spPr>
      </p:pic>
      <p:pic>
        <p:nvPicPr>
          <p:cNvPr id="3" name="Picture " descr="C:/Users/14A/AppData/Roaming/PolarisOffice/ETemp/9260_13545288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2240" cy="9362440"/>
          </a:xfrm>
          <a:prstGeom prst="rect"/>
          <a:noFill/>
        </p:spPr>
      </p:pic>
      <p:pic>
        <p:nvPicPr>
          <p:cNvPr id="4" name="Picture " descr="C:/Users/14A/AppData/Roaming/PolarisOffice/ETemp/9260_13545288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38015" y="-3113405"/>
            <a:ext cx="9350375" cy="16551275"/>
          </a:xfrm>
          <a:prstGeom prst="rect"/>
          <a:noFill/>
        </p:spPr>
      </p:pic>
      <p:pic>
        <p:nvPicPr>
          <p:cNvPr id="5" name="Picture " descr="C:/Users/14A/AppData/Roaming/PolarisOffice/ETemp/9260_13545288/image13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3840" cy="9565640"/>
          </a:xfrm>
          <a:prstGeom prst="rect"/>
          <a:noFill/>
        </p:spPr>
      </p:pic>
      <p:pic>
        <p:nvPicPr>
          <p:cNvPr id="7" name="Picture " descr="C:/Users/14A/AppData/Roaming/PolarisOffice/ETemp/9260_13545288/image1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531110"/>
            <a:ext cx="13528675" cy="15875"/>
          </a:xfrm>
          <a:prstGeom prst="rect"/>
          <a:noFill/>
        </p:spPr>
      </p:pic>
      <p:grpSp>
        <p:nvGrpSpPr>
          <p:cNvPr id="50" name="Group 5"/>
          <p:cNvGrpSpPr>
            <a:grpSpLocks/>
          </p:cNvGrpSpPr>
          <p:nvPr/>
        </p:nvGrpSpPr>
        <p:grpSpPr>
          <a:xfrm rot="0">
            <a:off x="533400" y="1029335"/>
            <a:ext cx="993775" cy="2098675"/>
            <a:chOff x="533400" y="1029335"/>
            <a:chExt cx="993775" cy="2098675"/>
          </a:xfrm>
        </p:grpSpPr>
        <p:pic>
          <p:nvPicPr>
            <p:cNvPr id="30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3075" cy="473075"/>
            </a:xfrm>
            <a:prstGeom prst="rect"/>
            <a:noFill/>
          </p:spPr>
        </p:pic>
        <p:pic>
          <p:nvPicPr>
            <p:cNvPr id="32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8675" cy="142875"/>
            </a:xfrm>
            <a:prstGeom prst="rect"/>
            <a:noFill/>
          </p:spPr>
        </p:pic>
        <p:pic>
          <p:nvPicPr>
            <p:cNvPr id="33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8675" cy="142875"/>
            </a:xfrm>
            <a:prstGeom prst="rect"/>
            <a:noFill/>
          </p:spPr>
        </p:pic>
        <p:pic>
          <p:nvPicPr>
            <p:cNvPr id="34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3075" cy="473075"/>
            </a:xfrm>
            <a:prstGeom prst="rect"/>
            <a:noFill/>
          </p:spPr>
        </p:pic>
        <p:pic>
          <p:nvPicPr>
            <p:cNvPr id="36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8675" cy="142875"/>
            </a:xfrm>
            <a:prstGeom prst="rect"/>
            <a:noFill/>
          </p:spPr>
        </p:pic>
        <p:pic>
          <p:nvPicPr>
            <p:cNvPr id="37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8675" cy="142875"/>
            </a:xfrm>
            <a:prstGeom prst="rect"/>
            <a:noFill/>
          </p:spPr>
        </p:pic>
        <p:pic>
          <p:nvPicPr>
            <p:cNvPr id="38" name="Picture " descr="C:/Users/14A/AppData/Roaming/PolarisOffice/ETemp/9260_13545288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3075" cy="473075"/>
            </a:xfrm>
            <a:prstGeom prst="rect"/>
            <a:noFill/>
          </p:spPr>
        </p:pic>
        <p:pic>
          <p:nvPicPr>
            <p:cNvPr id="40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8675" cy="142875"/>
            </a:xfrm>
            <a:prstGeom prst="rect"/>
            <a:noFill/>
          </p:spPr>
        </p:pic>
        <p:pic>
          <p:nvPicPr>
            <p:cNvPr id="41" name="Picture " descr="C:/Users/14A/AppData/Roaming/PolarisOffice/ETemp/9260_13545288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8675" cy="142875"/>
            </a:xfrm>
            <a:prstGeom prst="rect"/>
            <a:noFill/>
          </p:spPr>
        </p:pic>
      </p:grpSp>
      <p:sp>
        <p:nvSpPr>
          <p:cNvPr id="43" name="Rect 0"/>
          <p:cNvSpPr txBox="1">
            <a:spLocks/>
          </p:cNvSpPr>
          <p:nvPr/>
        </p:nvSpPr>
        <p:spPr>
          <a:xfrm rot="0">
            <a:off x="2362200" y="1489710"/>
            <a:ext cx="765810" cy="30861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01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grpSp>
        <p:nvGrpSpPr>
          <p:cNvPr id="165" name="Group 5"/>
          <p:cNvGrpSpPr>
            <a:grpSpLocks/>
          </p:cNvGrpSpPr>
          <p:nvPr/>
        </p:nvGrpSpPr>
        <p:grpSpPr>
          <a:xfrm rot="0">
            <a:off x="3124200" y="1033780"/>
            <a:ext cx="11663680" cy="1600200"/>
            <a:chOff x="3124200" y="1033780"/>
            <a:chExt cx="11663680" cy="1600200"/>
          </a:xfrm>
        </p:grpSpPr>
        <p:sp>
          <p:nvSpPr>
            <p:cNvPr id="163" name="Rect 0"/>
            <p:cNvSpPr txBox="1">
              <a:spLocks/>
            </p:cNvSpPr>
            <p:nvPr/>
          </p:nvSpPr>
          <p:spPr>
            <a:xfrm rot="0">
              <a:off x="3124200" y="1033780"/>
              <a:ext cx="2715895" cy="160020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ctr">
                <a:lnSpc>
                  <a:spcPct val="124499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latin typeface="SB AggroOTF Medium" charset="0"/>
                </a:rPr>
                <a:t>ERD</a:t>
              </a:r>
              <a:endParaRPr lang="ko-KR" altLang="en-US" sz="6300" i="0" b="0" strike="noStrike">
                <a:solidFill>
                  <a:srgbClr val="677D6A"/>
                </a:solidFill>
                <a:latin typeface="SB AggroOTF Medium" charset="0"/>
              </a:endParaRPr>
            </a:p>
          </p:txBody>
        </p:sp>
        <p:sp>
          <p:nvSpPr>
            <p:cNvPr id="164" name="Rect 0"/>
            <p:cNvSpPr txBox="1">
              <a:spLocks/>
            </p:cNvSpPr>
            <p:nvPr/>
          </p:nvSpPr>
          <p:spPr>
            <a:xfrm rot="0">
              <a:off x="5642610" y="1401445"/>
              <a:ext cx="9145270" cy="969010"/>
            </a:xfrm>
            <a:prstGeom prst="rect"/>
          </p:spPr>
          <p:txBody>
            <a:bodyPr wrap="square" lIns="0" tIns="0" rIns="0" bIns="0" numCol="1" rtlCol="1" vert="horz" anchor="ctr">
              <a:noAutofit/>
            </a:bodyPr>
            <a:lstStyle/>
            <a:p>
              <a:pPr marL="0" indent="0" algn="l">
                <a:lnSpc>
                  <a:spcPct val="99600"/>
                </a:lnSpc>
                <a:buFontTx/>
                <a:buNone/>
              </a:pP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구조도(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메모</a:t>
              </a:r>
              <a:r>
                <a:rPr lang="ko-KR" sz="6300" i="0" b="0" strike="noStrike">
                  <a:solidFill>
                    <a:srgbClr val="677D6A"/>
                  </a:solidFill>
                  <a:ea typeface="SB AggroOTF Medium" charset="0"/>
                </a:rPr>
                <a:t>)</a:t>
              </a:r>
              <a:endParaRPr lang="ko-KR" altLang="en-US" sz="6300" i="0" b="0" strike="noStrike">
                <a:solidFill>
                  <a:srgbClr val="677D6A"/>
                </a:solidFill>
                <a:ea typeface="SB AggroOTF Medium" charset="0"/>
              </a:endParaRPr>
            </a:p>
          </p:txBody>
        </p:sp>
      </p:grpSp>
      <p:pic>
        <p:nvPicPr>
          <p:cNvPr id="166" name="그림 19" descr="C:/Users/14A/AppData/Roaming/PolarisOffice/ETemp/9260_13545288/fImage3102714578145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89430" y="2769235"/>
            <a:ext cx="6396355" cy="2377440"/>
          </a:xfrm>
          <a:prstGeom prst="rect"/>
          <a:noFill/>
        </p:spPr>
      </p:pic>
      <p:sp>
        <p:nvSpPr>
          <p:cNvPr id="167" name="텍스트 상자 28"/>
          <p:cNvSpPr txBox="1">
            <a:spLocks noGrp="1"/>
          </p:cNvSpPr>
          <p:nvPr/>
        </p:nvSpPr>
        <p:spPr>
          <a:xfrm rot="0">
            <a:off x="8427720" y="3881755"/>
            <a:ext cx="8178165" cy="532574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20000"/>
          </a:bodyPr>
          <a:lstStyle>
            <a:lvl1pPr marL="0" indent="0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vl="1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vl="2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vl="3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vl="4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vl="5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vl="6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vl="7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vl="8">
              <a:buFontTx/>
              <a:buNone/>
              <a:defRPr lang="en-GB" alt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/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-- 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메모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 테이블 생성</a:t>
            </a:r>
            <a:endParaRPr lang="ko-KR" altLang="en-US" sz="20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create 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t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b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le 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n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ote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(</a:t>
            </a:r>
            <a:endParaRPr lang="ko-KR" altLang="en-US" sz="20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o_idx 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i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nt not null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20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m_idx 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i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nt not n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u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ll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20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p_idx 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i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nt not n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u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ll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20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o_rdate 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d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ate 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n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o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t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 n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u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ll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20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o_time 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d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t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e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,</a:t>
            </a:r>
            <a:endParaRPr lang="ko-KR" altLang="en-US" sz="20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o_content 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v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archar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2(50) 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n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ot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null</a:t>
            </a:r>
            <a:endParaRPr lang="ko-KR" altLang="en-US" sz="20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)</a:t>
            </a:r>
            <a:endParaRPr lang="ko-KR" altLang="en-US" sz="20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20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--시퀀스 생성</a:t>
            </a:r>
            <a:endParaRPr lang="ko-KR" altLang="en-US" sz="20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create sequence seq_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n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ote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_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o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_idx </a:t>
            </a:r>
            <a:endParaRPr lang="ko-KR" altLang="en-US" sz="20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20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--기본키</a:t>
            </a:r>
            <a:endParaRPr lang="ko-KR" altLang="en-US" sz="20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lter t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ble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n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ote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dd con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s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traint pk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_n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ote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primary 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key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(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o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_idx,m_idx)</a:t>
            </a:r>
            <a:endParaRPr lang="ko-KR" altLang="en-US" sz="20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endParaRPr lang="ko-KR" altLang="en-US" sz="20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--외래키</a:t>
            </a:r>
            <a:endParaRPr lang="ko-KR" altLang="en-US" sz="2000">
              <a:solidFill>
                <a:srgbClr val="408080"/>
              </a:solidFill>
              <a:latin typeface="Consolas" charset="0"/>
              <a:ea typeface="Consolas" charset="0"/>
            </a:endParaRPr>
          </a:p>
          <a:p>
            <a:pPr marL="0" indent="0"/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lter t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ble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n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ote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a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dd con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s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traint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 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fk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_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m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ember_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t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o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_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n</a:t>
            </a:r>
            <a:r>
              <a:rPr lang="ko-KR" sz="2000">
                <a:solidFill>
                  <a:srgbClr val="408080"/>
                </a:solidFill>
                <a:latin typeface="Consolas" charset="0"/>
                <a:ea typeface="Consolas" charset="0"/>
              </a:rPr>
              <a:t>ote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 foreign 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	</a:t>
            </a:r>
            <a:r>
              <a:rPr sz="2000">
                <a:solidFill>
                  <a:srgbClr val="408080"/>
                </a:solidFill>
                <a:latin typeface="Consolas" charset="0"/>
                <a:ea typeface="Consolas" charset="0"/>
              </a:rPr>
              <a:t>key(m_idx) references member(m_idx)</a:t>
            </a:r>
            <a:endParaRPr lang="ko-KR" altLang="en-US" sz="2000">
              <a:solidFill>
                <a:srgbClr val="408080"/>
              </a:solidFill>
              <a:latin typeface="Consolas" charset="0"/>
              <a:ea typeface="Consolas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74700" y="469900"/>
            <a:ext cx="140335" cy="9360535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9740" cy="16550640"/>
          </a:xfrm>
          <a:prstGeom prst="rect"/>
          <a:solidFill>
            <a:srgbClr val="FFFFFF"/>
          </a:solidFill>
        </p:spPr>
      </p:pic>
      <p:grpSp>
        <p:nvGrpSpPr>
          <p:cNvPr id="37" name="Group 5"/>
          <p:cNvGrpSpPr>
            <a:grpSpLocks/>
          </p:cNvGrpSpPr>
          <p:nvPr/>
        </p:nvGrpSpPr>
        <p:grpSpPr>
          <a:xfrm rot="0">
            <a:off x="533400" y="1029335"/>
            <a:ext cx="991870" cy="2096770"/>
            <a:chOff x="533400" y="1029335"/>
            <a:chExt cx="991870" cy="2096770"/>
          </a:xfrm>
        </p:grpSpPr>
        <p:pic>
          <p:nvPicPr>
            <p:cNvPr id="5" name="Picture 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170" cy="471170"/>
            </a:xfrm>
            <a:prstGeom prst="rect"/>
            <a:noFill/>
          </p:spPr>
        </p:pic>
        <p:pic>
          <p:nvPicPr>
            <p:cNvPr id="7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770" cy="140970"/>
            </a:xfrm>
            <a:prstGeom prst="rect"/>
            <a:noFill/>
          </p:spPr>
        </p:pic>
        <p:pic>
          <p:nvPicPr>
            <p:cNvPr id="8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770" cy="140970"/>
            </a:xfrm>
            <a:prstGeom prst="rect"/>
            <a:noFill/>
          </p:spPr>
        </p:pic>
        <p:pic>
          <p:nvPicPr>
            <p:cNvPr id="9" name="Picture 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170" cy="471170"/>
            </a:xfrm>
            <a:prstGeom prst="rect"/>
            <a:noFill/>
          </p:spPr>
        </p:pic>
        <p:pic>
          <p:nvPicPr>
            <p:cNvPr id="11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770" cy="140970"/>
            </a:xfrm>
            <a:prstGeom prst="rect"/>
            <a:noFill/>
          </p:spPr>
        </p:pic>
        <p:pic>
          <p:nvPicPr>
            <p:cNvPr id="12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770" cy="140970"/>
            </a:xfrm>
            <a:prstGeom prst="rect"/>
            <a:noFill/>
          </p:spPr>
        </p:pic>
        <p:pic>
          <p:nvPicPr>
            <p:cNvPr id="13" name="Picture 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170" cy="471170"/>
            </a:xfrm>
            <a:prstGeom prst="rect"/>
            <a:noFill/>
          </p:spPr>
        </p:pic>
        <p:pic>
          <p:nvPicPr>
            <p:cNvPr id="15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770" cy="140970"/>
            </a:xfrm>
            <a:prstGeom prst="rect"/>
            <a:noFill/>
          </p:spPr>
        </p:pic>
        <p:pic>
          <p:nvPicPr>
            <p:cNvPr id="16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770" cy="140970"/>
            </a:xfrm>
            <a:prstGeom prst="rect"/>
            <a:noFill/>
          </p:spPr>
        </p:pic>
      </p:grpSp>
      <p:pic>
        <p:nvPicPr>
          <p:cNvPr id="1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19" name="Picture 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357600" y="368300"/>
            <a:ext cx="395605" cy="9565005"/>
          </a:xfrm>
          <a:prstGeom prst="rect"/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bg1">
                <a:alpha val="100000"/>
              </a:schemeClr>
            </a:solidFill>
            <a:prstDash val="solid"/>
            <a:round/>
          </a:ln>
        </p:spPr>
      </p:pic>
      <p:pic>
        <p:nvPicPr>
          <p:cNvPr id="21" name="Picture 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042160" y="5385435"/>
            <a:ext cx="13908405" cy="14605"/>
          </a:xfrm>
          <a:prstGeom prst="rect"/>
          <a:noFill/>
          <a:effectLst>
            <a:outerShdw sx="100000" sy="100000" blurRad="3" dist="1649" dir="2700000" rotWithShape="1">
              <a:srgbClr val="262713">
                <a:alpha val="49019"/>
              </a:srgbClr>
            </a:outerShdw>
          </a:effectLst>
        </p:spPr>
      </p:pic>
      <p:sp>
        <p:nvSpPr>
          <p:cNvPr id="36" name="Rect 0"/>
          <p:cNvSpPr txBox="1">
            <a:spLocks/>
          </p:cNvSpPr>
          <p:nvPr/>
        </p:nvSpPr>
        <p:spPr>
          <a:xfrm rot="0">
            <a:off x="1965960" y="4124325"/>
            <a:ext cx="3767455" cy="1196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ctr">
              <a:lnSpc>
                <a:spcPct val="124499"/>
              </a:lnSpc>
              <a:buFontTx/>
              <a:buNone/>
            </a:pPr>
            <a:r>
              <a:rPr lang="ko-KR" sz="4000" i="0" b="0" strike="noStrike">
                <a:solidFill>
                  <a:srgbClr val="677D6A"/>
                </a:solidFill>
                <a:latin typeface="SB AggroOTF Medium" charset="0"/>
              </a:rPr>
              <a:t>C</a:t>
            </a:r>
            <a:r>
              <a:rPr lang="ko-KR" sz="4000" i="0" b="0" strike="noStrike">
                <a:solidFill>
                  <a:srgbClr val="677D6A"/>
                </a:solidFill>
                <a:latin typeface="SB AggroOTF Medium" charset="0"/>
              </a:rPr>
              <a:t>hapter</a:t>
            </a:r>
            <a:r>
              <a:rPr lang="ko-KR" sz="4000" i="0" b="0" strike="noStrike">
                <a:solidFill>
                  <a:srgbClr val="677D6A"/>
                </a:solidFill>
                <a:latin typeface="SB AggroOTF Medium" charset="0"/>
              </a:rPr>
              <a:t>3</a:t>
            </a:r>
            <a:endParaRPr lang="ko-KR" altLang="en-US" sz="4000" i="0" b="0" strike="noStrike">
              <a:solidFill>
                <a:srgbClr val="677D6A"/>
              </a:solidFill>
              <a:latin typeface="SB AggroOTF Medium" charset="0"/>
            </a:endParaRPr>
          </a:p>
        </p:txBody>
      </p:sp>
      <p:sp>
        <p:nvSpPr>
          <p:cNvPr id="39" name="Rect 0"/>
          <p:cNvSpPr txBox="1">
            <a:spLocks/>
          </p:cNvSpPr>
          <p:nvPr/>
        </p:nvSpPr>
        <p:spPr>
          <a:xfrm rot="0">
            <a:off x="5810250" y="4114800"/>
            <a:ext cx="10446385" cy="11195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500" i="0" b="0" strike="noStrike">
                <a:solidFill>
                  <a:srgbClr val="677D6A"/>
                </a:solidFill>
                <a:ea typeface="SB AggroOTF Medium" charset="0"/>
              </a:rPr>
              <a:t>프로젝트 수행 절차 및 방법</a:t>
            </a:r>
            <a:endParaRPr lang="ko-KR" altLang="en-US" sz="65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sp>
        <p:nvSpPr>
          <p:cNvPr id="40" name="텍스트 상자 790"/>
          <p:cNvSpPr txBox="1">
            <a:spLocks/>
          </p:cNvSpPr>
          <p:nvPr/>
        </p:nvSpPr>
        <p:spPr>
          <a:xfrm rot="0">
            <a:off x="6171565" y="5578475"/>
            <a:ext cx="7393940" cy="361632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1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.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패키지 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다이어그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램</a:t>
            </a:r>
            <a:endParaRPr lang="ko-KR" altLang="en-US" sz="4500" i="0" b="0" strike="noStrike">
              <a:solidFill>
                <a:srgbClr val="677D6A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2.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클래스 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다이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어그램</a:t>
            </a:r>
            <a:endParaRPr lang="ko-KR" altLang="en-US" sz="4500" i="0" b="0" strike="noStrike">
              <a:solidFill>
                <a:srgbClr val="677D6A"/>
              </a:solidFill>
              <a:ea typeface="SB AggroOTF Medium" charset="0"/>
            </a:endParaRPr>
          </a:p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3.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시퀀스 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다이어그</a:t>
            </a:r>
            <a:r>
              <a:rPr lang="ko-KR" sz="4500" i="0" b="0" strike="noStrike">
                <a:solidFill>
                  <a:srgbClr val="677D6A"/>
                </a:solidFill>
                <a:ea typeface="SB AggroOTF Medium" charset="0"/>
              </a:rPr>
              <a:t>램</a:t>
            </a:r>
            <a:endParaRPr lang="ko-KR" altLang="en-US" sz="45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6435" cy="1207135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74700" y="469900"/>
            <a:ext cx="140335" cy="9360535"/>
          </a:xfrm>
          <a:prstGeom prst="rect"/>
          <a:noFill/>
        </p:spPr>
      </p:pic>
      <p:pic>
        <p:nvPicPr>
          <p:cNvPr id="4" name="Picture " descr="C:/Users/14A/AppData/Roaming/PolarisOffice/ETemp/2192_15457160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9740" cy="1655064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6891000" y="368300"/>
            <a:ext cx="241935" cy="9563735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894330"/>
            <a:ext cx="13526770" cy="13970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1870" cy="2096770"/>
            <a:chOff x="533400" y="1029335"/>
            <a:chExt cx="991870" cy="2096770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170" cy="471170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770" cy="140970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770" cy="140970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170" cy="471170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770" cy="140970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770" cy="140970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170" cy="471170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770" cy="140970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770" cy="140970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>
            <a:off x="2362200" y="1573530"/>
            <a:ext cx="764540" cy="3073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1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1421130"/>
            <a:ext cx="7394575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패키지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다이어그램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grpSp>
        <p:nvGrpSpPr>
          <p:cNvPr id="259" name="Group 5"/>
          <p:cNvGrpSpPr>
            <a:grpSpLocks/>
          </p:cNvGrpSpPr>
          <p:nvPr/>
        </p:nvGrpSpPr>
        <p:grpSpPr>
          <a:xfrm>
            <a:off x="3739515" y="3130550"/>
            <a:ext cx="10203815" cy="6409690"/>
            <a:chOff x="3739515" y="3130550"/>
            <a:chExt cx="10203815" cy="6409690"/>
          </a:xfrm>
        </p:grpSpPr>
        <p:grpSp>
          <p:nvGrpSpPr>
            <p:cNvPr id="260" name="Group 5"/>
            <p:cNvGrpSpPr>
              <a:grpSpLocks/>
            </p:cNvGrpSpPr>
            <p:nvPr/>
          </p:nvGrpSpPr>
          <p:grpSpPr>
            <a:xfrm>
              <a:off x="6231255" y="8412480"/>
              <a:ext cx="1986915" cy="1123315"/>
              <a:chOff x="6231255" y="8412480"/>
              <a:chExt cx="1986915" cy="1123315"/>
            </a:xfrm>
          </p:grpSpPr>
          <p:sp>
            <p:nvSpPr>
              <p:cNvPr id="261" name="Rect 0"/>
              <p:cNvSpPr>
                <a:spLocks/>
              </p:cNvSpPr>
              <p:nvPr/>
            </p:nvSpPr>
            <p:spPr>
              <a:xfrm rot="0" flipH="1">
                <a:off x="6231255" y="8411845"/>
                <a:ext cx="1988185" cy="1125220"/>
              </a:xfrm>
              <a:custGeom>
                <a:gdLst>
                  <a:gd fmla="*/ 4353801 w 4602601" name="TX0"/>
                  <a:gd fmla="*/ 3487742 h 3487753" name="TY0"/>
                  <a:gd fmla="*/ 248789 w 4602601" name="TX1"/>
                  <a:gd fmla="*/ 3487742 h 3487753" name="TY1"/>
                  <a:gd fmla="*/ 0 w 4602601" name="TX2"/>
                  <a:gd fmla="*/ 3238953 h 3487753" name="TY2"/>
                  <a:gd fmla="*/ 0 w 4602601" name="TX3"/>
                  <a:gd fmla="*/ 253490 h 3487753" name="TY3"/>
                  <a:gd fmla="*/ 248789 w 4602601" name="TX4"/>
                  <a:gd fmla="*/ 4701 h 3487753" name="TY4"/>
                  <a:gd fmla="*/ 1113295 w 4602601" name="TX5"/>
                  <a:gd fmla="*/ 4701 h 3487753" name="TY5"/>
                  <a:gd fmla="*/ 1478729 w 4602601" name="TX6"/>
                  <a:gd fmla="*/ 18680 h 3487753" name="TY6"/>
                  <a:gd fmla="*/ 1718398 w 4602601" name="TX7"/>
                  <a:gd fmla="*/ 174605 h 3487753" name="TY7"/>
                  <a:gd fmla="*/ 4099801 w 4602601" name="TX8"/>
                  <a:gd fmla="*/ 172525 h 3487753" name="TY8"/>
                  <a:gd fmla="*/ 4602590 w 4602601" name="TX9"/>
                  <a:gd fmla="*/ 425472 h 3487753" name="TY9"/>
                  <a:gd fmla="*/ 4602590 w 4602601" name="TX10"/>
                  <a:gd fmla="*/ 3238953 h 3487753" name="TY10"/>
                  <a:gd fmla="*/ 4353801 w 4602601" name="TX11"/>
                  <a:gd fmla="*/ 3487742 h 3487753" name="TY11"/>
                </a:gdLst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  <a:cxn ang="0">
                    <a:pos x="TX11" y="TY11"/>
                  </a:cxn>
                </a:cxnLst>
                <a:rect l="l" t="t" r="r" b="b"/>
                <a:pathLst>
                  <a:path w="4602601" h="3487753">
                    <a:moveTo>
                      <a:pt x="4353801" y="3487742"/>
                    </a:moveTo>
                    <a:lnTo>
                      <a:pt x="248789" y="3487742"/>
                    </a:lnTo>
                    <a:cubicBezTo>
                      <a:pt x="111955" y="3487742"/>
                      <a:pt x="0" y="3375787"/>
                      <a:pt x="0" y="3238953"/>
                    </a:cubicBezTo>
                    <a:lnTo>
                      <a:pt x="0" y="253490"/>
                    </a:lnTo>
                    <a:cubicBezTo>
                      <a:pt x="0" y="116656"/>
                      <a:pt x="111955" y="4701"/>
                      <a:pt x="248789" y="4701"/>
                    </a:cubicBezTo>
                    <a:lnTo>
                      <a:pt x="1113295" y="4701"/>
                    </a:lnTo>
                    <a:cubicBezTo>
                      <a:pt x="1163053" y="4701"/>
                      <a:pt x="1441411" y="-12419"/>
                      <a:pt x="1478729" y="18680"/>
                    </a:cubicBezTo>
                    <a:lnTo>
                      <a:pt x="1718398" y="174605"/>
                    </a:lnTo>
                    <a:lnTo>
                      <a:pt x="4099801" y="172525"/>
                    </a:lnTo>
                    <a:cubicBezTo>
                      <a:pt x="4401735" y="172525"/>
                      <a:pt x="4602590" y="185182"/>
                      <a:pt x="4602590" y="425472"/>
                    </a:cubicBezTo>
                    <a:lnTo>
                      <a:pt x="4602590" y="3238953"/>
                    </a:lnTo>
                    <a:cubicBezTo>
                      <a:pt x="4602590" y="3375787"/>
                      <a:pt x="4490635" y="3487742"/>
                      <a:pt x="4353801" y="3487742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 cap="flat" cmpd="sng">
                <a:solidFill>
                  <a:srgbClr val="CCD3CA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rtl="0" algn="l" defTabSz="457200" eaLnBrk="1" latinLnBrk="0" hangingPunct="1">
                  <a:buFontTx/>
                  <a:buNone/>
                </a:pP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62" name="Rect 0"/>
              <p:cNvSpPr txBox="1">
                <a:spLocks/>
              </p:cNvSpPr>
              <p:nvPr/>
            </p:nvSpPr>
            <p:spPr>
              <a:xfrm rot="0">
                <a:off x="6375400" y="8700770"/>
                <a:ext cx="1622425" cy="259080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&lt;Java package&gt;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63" name="Rect 0"/>
              <p:cNvSpPr txBox="1">
                <a:spLocks/>
              </p:cNvSpPr>
              <p:nvPr/>
            </p:nvSpPr>
            <p:spPr>
              <a:xfrm rot="0">
                <a:off x="6610350" y="9042400"/>
                <a:ext cx="1222375" cy="259080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diary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</p:grpSp>
        <p:grpSp>
          <p:nvGrpSpPr>
            <p:cNvPr id="264" name="Group 5"/>
            <p:cNvGrpSpPr>
              <a:grpSpLocks/>
            </p:cNvGrpSpPr>
            <p:nvPr/>
          </p:nvGrpSpPr>
          <p:grpSpPr>
            <a:xfrm>
              <a:off x="6034405" y="3130550"/>
              <a:ext cx="1986915" cy="1123315"/>
              <a:chOff x="6034405" y="3130550"/>
              <a:chExt cx="1986915" cy="1123315"/>
            </a:xfrm>
          </p:grpSpPr>
          <p:sp>
            <p:nvSpPr>
              <p:cNvPr id="265" name="Rect 0"/>
              <p:cNvSpPr>
                <a:spLocks/>
              </p:cNvSpPr>
              <p:nvPr/>
            </p:nvSpPr>
            <p:spPr>
              <a:xfrm rot="0" flipH="1">
                <a:off x="6034405" y="3129915"/>
                <a:ext cx="1988185" cy="1125220"/>
              </a:xfrm>
              <a:custGeom>
                <a:gdLst>
                  <a:gd fmla="*/ 4353801 w 4602601" name="TX0"/>
                  <a:gd fmla="*/ 3487742 h 3487753" name="TY0"/>
                  <a:gd fmla="*/ 248789 w 4602601" name="TX1"/>
                  <a:gd fmla="*/ 3487742 h 3487753" name="TY1"/>
                  <a:gd fmla="*/ 0 w 4602601" name="TX2"/>
                  <a:gd fmla="*/ 3238953 h 3487753" name="TY2"/>
                  <a:gd fmla="*/ 0 w 4602601" name="TX3"/>
                  <a:gd fmla="*/ 253490 h 3487753" name="TY3"/>
                  <a:gd fmla="*/ 248789 w 4602601" name="TX4"/>
                  <a:gd fmla="*/ 4701 h 3487753" name="TY4"/>
                  <a:gd fmla="*/ 1113295 w 4602601" name="TX5"/>
                  <a:gd fmla="*/ 4701 h 3487753" name="TY5"/>
                  <a:gd fmla="*/ 1478729 w 4602601" name="TX6"/>
                  <a:gd fmla="*/ 18680 h 3487753" name="TY6"/>
                  <a:gd fmla="*/ 1718398 w 4602601" name="TX7"/>
                  <a:gd fmla="*/ 174605 h 3487753" name="TY7"/>
                  <a:gd fmla="*/ 4099801 w 4602601" name="TX8"/>
                  <a:gd fmla="*/ 172525 h 3487753" name="TY8"/>
                  <a:gd fmla="*/ 4602590 w 4602601" name="TX9"/>
                  <a:gd fmla="*/ 425472 h 3487753" name="TY9"/>
                  <a:gd fmla="*/ 4602590 w 4602601" name="TX10"/>
                  <a:gd fmla="*/ 3238953 h 3487753" name="TY10"/>
                  <a:gd fmla="*/ 4353801 w 4602601" name="TX11"/>
                  <a:gd fmla="*/ 3487742 h 3487753" name="TY11"/>
                </a:gdLst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  <a:cxn ang="0">
                    <a:pos x="TX11" y="TY11"/>
                  </a:cxn>
                </a:cxnLst>
                <a:rect l="l" t="t" r="r" b="b"/>
                <a:pathLst>
                  <a:path w="4602601" h="3487753">
                    <a:moveTo>
                      <a:pt x="4353801" y="3487742"/>
                    </a:moveTo>
                    <a:lnTo>
                      <a:pt x="248789" y="3487742"/>
                    </a:lnTo>
                    <a:cubicBezTo>
                      <a:pt x="111955" y="3487742"/>
                      <a:pt x="0" y="3375787"/>
                      <a:pt x="0" y="3238953"/>
                    </a:cubicBezTo>
                    <a:lnTo>
                      <a:pt x="0" y="253490"/>
                    </a:lnTo>
                    <a:cubicBezTo>
                      <a:pt x="0" y="116656"/>
                      <a:pt x="111955" y="4701"/>
                      <a:pt x="248789" y="4701"/>
                    </a:cubicBezTo>
                    <a:lnTo>
                      <a:pt x="1113295" y="4701"/>
                    </a:lnTo>
                    <a:cubicBezTo>
                      <a:pt x="1163053" y="4701"/>
                      <a:pt x="1441411" y="-12419"/>
                      <a:pt x="1478729" y="18680"/>
                    </a:cubicBezTo>
                    <a:lnTo>
                      <a:pt x="1718398" y="174605"/>
                    </a:lnTo>
                    <a:lnTo>
                      <a:pt x="4099801" y="172525"/>
                    </a:lnTo>
                    <a:cubicBezTo>
                      <a:pt x="4401735" y="172525"/>
                      <a:pt x="4602590" y="185182"/>
                      <a:pt x="4602590" y="425472"/>
                    </a:cubicBezTo>
                    <a:lnTo>
                      <a:pt x="4602590" y="3238953"/>
                    </a:lnTo>
                    <a:cubicBezTo>
                      <a:pt x="4602590" y="3375787"/>
                      <a:pt x="4490635" y="3487742"/>
                      <a:pt x="4353801" y="3487742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 cap="flat" cmpd="sng">
                <a:solidFill>
                  <a:srgbClr val="CCD3CA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rtl="0" algn="l" defTabSz="457200" eaLnBrk="1" latinLnBrk="0" hangingPunct="1">
                  <a:buFontTx/>
                  <a:buNone/>
                </a:pP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66" name="Rect 0"/>
              <p:cNvSpPr txBox="1">
                <a:spLocks/>
              </p:cNvSpPr>
              <p:nvPr/>
            </p:nvSpPr>
            <p:spPr>
              <a:xfrm rot="0">
                <a:off x="6178550" y="3418840"/>
                <a:ext cx="1622425" cy="259080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&lt;Java package&gt;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67" name="Rect 0"/>
              <p:cNvSpPr txBox="1">
                <a:spLocks/>
              </p:cNvSpPr>
              <p:nvPr/>
            </p:nvSpPr>
            <p:spPr>
              <a:xfrm rot="0">
                <a:off x="6413500" y="3760470"/>
                <a:ext cx="1222375" cy="259080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reply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</p:grpSp>
        <p:grpSp>
          <p:nvGrpSpPr>
            <p:cNvPr id="268" name="Group 5"/>
            <p:cNvGrpSpPr>
              <a:grpSpLocks/>
            </p:cNvGrpSpPr>
            <p:nvPr/>
          </p:nvGrpSpPr>
          <p:grpSpPr>
            <a:xfrm>
              <a:off x="3739515" y="6993255"/>
              <a:ext cx="1987550" cy="1124585"/>
              <a:chOff x="3739515" y="6993255"/>
              <a:chExt cx="1987550" cy="1124585"/>
            </a:xfrm>
          </p:grpSpPr>
          <p:sp>
            <p:nvSpPr>
              <p:cNvPr id="269" name="Rect 0"/>
              <p:cNvSpPr>
                <a:spLocks/>
              </p:cNvSpPr>
              <p:nvPr/>
            </p:nvSpPr>
            <p:spPr>
              <a:xfrm rot="0" flipH="1">
                <a:off x="3739515" y="6993255"/>
                <a:ext cx="1988185" cy="1125220"/>
              </a:xfrm>
              <a:custGeom>
                <a:gdLst>
                  <a:gd fmla="*/ 4353801 w 4602601" name="TX0"/>
                  <a:gd fmla="*/ 3487742 h 3487753" name="TY0"/>
                  <a:gd fmla="*/ 248789 w 4602601" name="TX1"/>
                  <a:gd fmla="*/ 3487742 h 3487753" name="TY1"/>
                  <a:gd fmla="*/ 0 w 4602601" name="TX2"/>
                  <a:gd fmla="*/ 3238953 h 3487753" name="TY2"/>
                  <a:gd fmla="*/ 0 w 4602601" name="TX3"/>
                  <a:gd fmla="*/ 253490 h 3487753" name="TY3"/>
                  <a:gd fmla="*/ 248789 w 4602601" name="TX4"/>
                  <a:gd fmla="*/ 4701 h 3487753" name="TY4"/>
                  <a:gd fmla="*/ 1113295 w 4602601" name="TX5"/>
                  <a:gd fmla="*/ 4701 h 3487753" name="TY5"/>
                  <a:gd fmla="*/ 1478729 w 4602601" name="TX6"/>
                  <a:gd fmla="*/ 18680 h 3487753" name="TY6"/>
                  <a:gd fmla="*/ 1718398 w 4602601" name="TX7"/>
                  <a:gd fmla="*/ 174605 h 3487753" name="TY7"/>
                  <a:gd fmla="*/ 4099801 w 4602601" name="TX8"/>
                  <a:gd fmla="*/ 172525 h 3487753" name="TY8"/>
                  <a:gd fmla="*/ 4602590 w 4602601" name="TX9"/>
                  <a:gd fmla="*/ 425472 h 3487753" name="TY9"/>
                  <a:gd fmla="*/ 4602590 w 4602601" name="TX10"/>
                  <a:gd fmla="*/ 3238953 h 3487753" name="TY10"/>
                  <a:gd fmla="*/ 4353801 w 4602601" name="TX11"/>
                  <a:gd fmla="*/ 3487742 h 3487753" name="TY11"/>
                </a:gdLst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  <a:cxn ang="0">
                    <a:pos x="TX11" y="TY11"/>
                  </a:cxn>
                </a:cxnLst>
                <a:rect l="l" t="t" r="r" b="b"/>
                <a:pathLst>
                  <a:path w="4602601" h="3487753">
                    <a:moveTo>
                      <a:pt x="4353801" y="3487742"/>
                    </a:moveTo>
                    <a:lnTo>
                      <a:pt x="248789" y="3487742"/>
                    </a:lnTo>
                    <a:cubicBezTo>
                      <a:pt x="111955" y="3487742"/>
                      <a:pt x="0" y="3375787"/>
                      <a:pt x="0" y="3238953"/>
                    </a:cubicBezTo>
                    <a:lnTo>
                      <a:pt x="0" y="253490"/>
                    </a:lnTo>
                    <a:cubicBezTo>
                      <a:pt x="0" y="116656"/>
                      <a:pt x="111955" y="4701"/>
                      <a:pt x="248789" y="4701"/>
                    </a:cubicBezTo>
                    <a:lnTo>
                      <a:pt x="1113295" y="4701"/>
                    </a:lnTo>
                    <a:cubicBezTo>
                      <a:pt x="1163053" y="4701"/>
                      <a:pt x="1441411" y="-12419"/>
                      <a:pt x="1478729" y="18680"/>
                    </a:cubicBezTo>
                    <a:lnTo>
                      <a:pt x="1718398" y="174605"/>
                    </a:lnTo>
                    <a:lnTo>
                      <a:pt x="4099801" y="172525"/>
                    </a:lnTo>
                    <a:cubicBezTo>
                      <a:pt x="4401735" y="172525"/>
                      <a:pt x="4602590" y="185182"/>
                      <a:pt x="4602590" y="425472"/>
                    </a:cubicBezTo>
                    <a:lnTo>
                      <a:pt x="4602590" y="3238953"/>
                    </a:lnTo>
                    <a:cubicBezTo>
                      <a:pt x="4602590" y="3375787"/>
                      <a:pt x="4490635" y="3487742"/>
                      <a:pt x="4353801" y="3487742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 cap="flat" cmpd="sng">
                <a:solidFill>
                  <a:srgbClr val="CCD3CA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rtl="0" algn="l" defTabSz="457200" eaLnBrk="1" latinLnBrk="0" hangingPunct="1">
                  <a:buFontTx/>
                  <a:buNone/>
                </a:pP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70" name="Rect 0"/>
              <p:cNvSpPr txBox="1">
                <a:spLocks/>
              </p:cNvSpPr>
              <p:nvPr/>
            </p:nvSpPr>
            <p:spPr>
              <a:xfrm rot="0">
                <a:off x="3883660" y="7282180"/>
                <a:ext cx="1622425" cy="259080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&lt;Java package&gt;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71" name="Rect 0"/>
              <p:cNvSpPr txBox="1">
                <a:spLocks/>
              </p:cNvSpPr>
              <p:nvPr/>
            </p:nvSpPr>
            <p:spPr>
              <a:xfrm rot="0">
                <a:off x="4048125" y="7557770"/>
                <a:ext cx="1311275" cy="245745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Member</a:t>
                </a: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/</a:t>
                </a: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admin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</p:grpSp>
        <p:grpSp>
          <p:nvGrpSpPr>
            <p:cNvPr id="272" name="Group 5"/>
            <p:cNvGrpSpPr>
              <a:grpSpLocks/>
            </p:cNvGrpSpPr>
            <p:nvPr/>
          </p:nvGrpSpPr>
          <p:grpSpPr>
            <a:xfrm>
              <a:off x="6135370" y="5520055"/>
              <a:ext cx="1987550" cy="1124585"/>
              <a:chOff x="6135370" y="5520055"/>
              <a:chExt cx="1987550" cy="1124585"/>
            </a:xfrm>
          </p:grpSpPr>
          <p:sp>
            <p:nvSpPr>
              <p:cNvPr id="273" name="Rect 0"/>
              <p:cNvSpPr>
                <a:spLocks/>
              </p:cNvSpPr>
              <p:nvPr/>
            </p:nvSpPr>
            <p:spPr>
              <a:xfrm rot="0" flipH="1">
                <a:off x="6135370" y="5519420"/>
                <a:ext cx="1988185" cy="1125220"/>
              </a:xfrm>
              <a:custGeom>
                <a:gdLst>
                  <a:gd fmla="*/ 4353801 w 4602601" name="TX0"/>
                  <a:gd fmla="*/ 3487742 h 3487753" name="TY0"/>
                  <a:gd fmla="*/ 248789 w 4602601" name="TX1"/>
                  <a:gd fmla="*/ 3487742 h 3487753" name="TY1"/>
                  <a:gd fmla="*/ 0 w 4602601" name="TX2"/>
                  <a:gd fmla="*/ 3238953 h 3487753" name="TY2"/>
                  <a:gd fmla="*/ 0 w 4602601" name="TX3"/>
                  <a:gd fmla="*/ 253490 h 3487753" name="TY3"/>
                  <a:gd fmla="*/ 248789 w 4602601" name="TX4"/>
                  <a:gd fmla="*/ 4701 h 3487753" name="TY4"/>
                  <a:gd fmla="*/ 1113295 w 4602601" name="TX5"/>
                  <a:gd fmla="*/ 4701 h 3487753" name="TY5"/>
                  <a:gd fmla="*/ 1478729 w 4602601" name="TX6"/>
                  <a:gd fmla="*/ 18680 h 3487753" name="TY6"/>
                  <a:gd fmla="*/ 1718398 w 4602601" name="TX7"/>
                  <a:gd fmla="*/ 174605 h 3487753" name="TY7"/>
                  <a:gd fmla="*/ 4099801 w 4602601" name="TX8"/>
                  <a:gd fmla="*/ 172525 h 3487753" name="TY8"/>
                  <a:gd fmla="*/ 4602590 w 4602601" name="TX9"/>
                  <a:gd fmla="*/ 425472 h 3487753" name="TY9"/>
                  <a:gd fmla="*/ 4602590 w 4602601" name="TX10"/>
                  <a:gd fmla="*/ 3238953 h 3487753" name="TY10"/>
                  <a:gd fmla="*/ 4353801 w 4602601" name="TX11"/>
                  <a:gd fmla="*/ 3487742 h 3487753" name="TY11"/>
                </a:gdLst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  <a:cxn ang="0">
                    <a:pos x="TX11" y="TY11"/>
                  </a:cxn>
                </a:cxnLst>
                <a:rect l="l" t="t" r="r" b="b"/>
                <a:pathLst>
                  <a:path w="4602601" h="3487753">
                    <a:moveTo>
                      <a:pt x="4353801" y="3487742"/>
                    </a:moveTo>
                    <a:lnTo>
                      <a:pt x="248789" y="3487742"/>
                    </a:lnTo>
                    <a:cubicBezTo>
                      <a:pt x="111955" y="3487742"/>
                      <a:pt x="0" y="3375787"/>
                      <a:pt x="0" y="3238953"/>
                    </a:cubicBezTo>
                    <a:lnTo>
                      <a:pt x="0" y="253490"/>
                    </a:lnTo>
                    <a:cubicBezTo>
                      <a:pt x="0" y="116656"/>
                      <a:pt x="111955" y="4701"/>
                      <a:pt x="248789" y="4701"/>
                    </a:cubicBezTo>
                    <a:lnTo>
                      <a:pt x="1113295" y="4701"/>
                    </a:lnTo>
                    <a:cubicBezTo>
                      <a:pt x="1163053" y="4701"/>
                      <a:pt x="1441411" y="-12419"/>
                      <a:pt x="1478729" y="18680"/>
                    </a:cubicBezTo>
                    <a:lnTo>
                      <a:pt x="1718398" y="174605"/>
                    </a:lnTo>
                    <a:lnTo>
                      <a:pt x="4099801" y="172525"/>
                    </a:lnTo>
                    <a:cubicBezTo>
                      <a:pt x="4401735" y="172525"/>
                      <a:pt x="4602590" y="185182"/>
                      <a:pt x="4602590" y="425472"/>
                    </a:cubicBezTo>
                    <a:lnTo>
                      <a:pt x="4602590" y="3238953"/>
                    </a:lnTo>
                    <a:cubicBezTo>
                      <a:pt x="4602590" y="3375787"/>
                      <a:pt x="4490635" y="3487742"/>
                      <a:pt x="4353801" y="3487742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 cap="flat" cmpd="sng">
                <a:solidFill>
                  <a:srgbClr val="CCD3CA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rtl="0" algn="l" defTabSz="457200" eaLnBrk="1" latinLnBrk="0" hangingPunct="1">
                  <a:buFontTx/>
                  <a:buNone/>
                </a:pP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74" name="Rect 0"/>
              <p:cNvSpPr txBox="1">
                <a:spLocks/>
              </p:cNvSpPr>
              <p:nvPr/>
            </p:nvSpPr>
            <p:spPr>
              <a:xfrm rot="0">
                <a:off x="6279515" y="5808345"/>
                <a:ext cx="1622425" cy="259080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&lt;Java package&gt;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75" name="Rect 0"/>
              <p:cNvSpPr txBox="1">
                <a:spLocks/>
              </p:cNvSpPr>
              <p:nvPr/>
            </p:nvSpPr>
            <p:spPr>
              <a:xfrm rot="0">
                <a:off x="6514465" y="6150610"/>
                <a:ext cx="1222375" cy="257810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lang="ko-KR"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c</a:t>
                </a:r>
                <a:r>
                  <a:rPr lang="ko-KR"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ontroller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</p:grpSp>
        <p:grpSp>
          <p:nvGrpSpPr>
            <p:cNvPr id="276" name="Group 5"/>
            <p:cNvGrpSpPr>
              <a:grpSpLocks/>
            </p:cNvGrpSpPr>
            <p:nvPr/>
          </p:nvGrpSpPr>
          <p:grpSpPr>
            <a:xfrm>
              <a:off x="8569325" y="6917690"/>
              <a:ext cx="1986915" cy="1123315"/>
              <a:chOff x="8569325" y="6917690"/>
              <a:chExt cx="1986915" cy="1123315"/>
            </a:xfrm>
          </p:grpSpPr>
          <p:sp>
            <p:nvSpPr>
              <p:cNvPr id="277" name="Rect 0"/>
              <p:cNvSpPr>
                <a:spLocks/>
              </p:cNvSpPr>
              <p:nvPr/>
            </p:nvSpPr>
            <p:spPr>
              <a:xfrm rot="0" flipH="1">
                <a:off x="8569325" y="6917055"/>
                <a:ext cx="1988185" cy="1125220"/>
              </a:xfrm>
              <a:custGeom>
                <a:gdLst>
                  <a:gd fmla="*/ 4353801 w 4602601" name="TX0"/>
                  <a:gd fmla="*/ 3487742 h 3487753" name="TY0"/>
                  <a:gd fmla="*/ 248789 w 4602601" name="TX1"/>
                  <a:gd fmla="*/ 3487742 h 3487753" name="TY1"/>
                  <a:gd fmla="*/ 0 w 4602601" name="TX2"/>
                  <a:gd fmla="*/ 3238953 h 3487753" name="TY2"/>
                  <a:gd fmla="*/ 0 w 4602601" name="TX3"/>
                  <a:gd fmla="*/ 253490 h 3487753" name="TY3"/>
                  <a:gd fmla="*/ 248789 w 4602601" name="TX4"/>
                  <a:gd fmla="*/ 4701 h 3487753" name="TY4"/>
                  <a:gd fmla="*/ 1113295 w 4602601" name="TX5"/>
                  <a:gd fmla="*/ 4701 h 3487753" name="TY5"/>
                  <a:gd fmla="*/ 1478729 w 4602601" name="TX6"/>
                  <a:gd fmla="*/ 18680 h 3487753" name="TY6"/>
                  <a:gd fmla="*/ 1718398 w 4602601" name="TX7"/>
                  <a:gd fmla="*/ 174605 h 3487753" name="TY7"/>
                  <a:gd fmla="*/ 4099801 w 4602601" name="TX8"/>
                  <a:gd fmla="*/ 172525 h 3487753" name="TY8"/>
                  <a:gd fmla="*/ 4602590 w 4602601" name="TX9"/>
                  <a:gd fmla="*/ 425472 h 3487753" name="TY9"/>
                  <a:gd fmla="*/ 4602590 w 4602601" name="TX10"/>
                  <a:gd fmla="*/ 3238953 h 3487753" name="TY10"/>
                  <a:gd fmla="*/ 4353801 w 4602601" name="TX11"/>
                  <a:gd fmla="*/ 3487742 h 3487753" name="TY11"/>
                </a:gdLst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  <a:cxn ang="0">
                    <a:pos x="TX11" y="TY11"/>
                  </a:cxn>
                </a:cxnLst>
                <a:rect l="l" t="t" r="r" b="b"/>
                <a:pathLst>
                  <a:path w="4602601" h="3487753">
                    <a:moveTo>
                      <a:pt x="4353801" y="3487742"/>
                    </a:moveTo>
                    <a:lnTo>
                      <a:pt x="248789" y="3487742"/>
                    </a:lnTo>
                    <a:cubicBezTo>
                      <a:pt x="111955" y="3487742"/>
                      <a:pt x="0" y="3375787"/>
                      <a:pt x="0" y="3238953"/>
                    </a:cubicBezTo>
                    <a:lnTo>
                      <a:pt x="0" y="253490"/>
                    </a:lnTo>
                    <a:cubicBezTo>
                      <a:pt x="0" y="116656"/>
                      <a:pt x="111955" y="4701"/>
                      <a:pt x="248789" y="4701"/>
                    </a:cubicBezTo>
                    <a:lnTo>
                      <a:pt x="1113295" y="4701"/>
                    </a:lnTo>
                    <a:cubicBezTo>
                      <a:pt x="1163053" y="4701"/>
                      <a:pt x="1441411" y="-12419"/>
                      <a:pt x="1478729" y="18680"/>
                    </a:cubicBezTo>
                    <a:lnTo>
                      <a:pt x="1718398" y="174605"/>
                    </a:lnTo>
                    <a:lnTo>
                      <a:pt x="4099801" y="172525"/>
                    </a:lnTo>
                    <a:cubicBezTo>
                      <a:pt x="4401735" y="172525"/>
                      <a:pt x="4602590" y="185182"/>
                      <a:pt x="4602590" y="425472"/>
                    </a:cubicBezTo>
                    <a:lnTo>
                      <a:pt x="4602590" y="3238953"/>
                    </a:lnTo>
                    <a:cubicBezTo>
                      <a:pt x="4602590" y="3375787"/>
                      <a:pt x="4490635" y="3487742"/>
                      <a:pt x="4353801" y="3487742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 cap="flat" cmpd="sng">
                <a:solidFill>
                  <a:srgbClr val="CCD3CA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rtl="0" algn="l" defTabSz="457200" eaLnBrk="1" latinLnBrk="0" hangingPunct="1">
                  <a:buFontTx/>
                  <a:buNone/>
                </a:pP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78" name="Rect 0"/>
              <p:cNvSpPr txBox="1">
                <a:spLocks/>
              </p:cNvSpPr>
              <p:nvPr/>
            </p:nvSpPr>
            <p:spPr>
              <a:xfrm rot="0">
                <a:off x="8713470" y="7205980"/>
                <a:ext cx="1622425" cy="259080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&lt;Java package&gt;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79" name="Rect 0"/>
              <p:cNvSpPr txBox="1">
                <a:spLocks/>
              </p:cNvSpPr>
              <p:nvPr/>
            </p:nvSpPr>
            <p:spPr>
              <a:xfrm rot="0">
                <a:off x="8948420" y="7547610"/>
                <a:ext cx="1222375" cy="259080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board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</p:grpSp>
        <p:grpSp>
          <p:nvGrpSpPr>
            <p:cNvPr id="280" name="Group 5"/>
            <p:cNvGrpSpPr>
              <a:grpSpLocks/>
            </p:cNvGrpSpPr>
            <p:nvPr/>
          </p:nvGrpSpPr>
          <p:grpSpPr>
            <a:xfrm>
              <a:off x="8474710" y="4253230"/>
              <a:ext cx="1987550" cy="1124585"/>
              <a:chOff x="8474710" y="4253230"/>
              <a:chExt cx="1987550" cy="1124585"/>
            </a:xfrm>
          </p:grpSpPr>
          <p:sp>
            <p:nvSpPr>
              <p:cNvPr id="281" name="Rect 0"/>
              <p:cNvSpPr>
                <a:spLocks/>
              </p:cNvSpPr>
              <p:nvPr/>
            </p:nvSpPr>
            <p:spPr>
              <a:xfrm rot="0" flipH="1">
                <a:off x="8474710" y="4253230"/>
                <a:ext cx="1988185" cy="1125220"/>
              </a:xfrm>
              <a:custGeom>
                <a:gdLst>
                  <a:gd fmla="*/ 4353801 w 4602601" name="TX0"/>
                  <a:gd fmla="*/ 3487742 h 3487753" name="TY0"/>
                  <a:gd fmla="*/ 248789 w 4602601" name="TX1"/>
                  <a:gd fmla="*/ 3487742 h 3487753" name="TY1"/>
                  <a:gd fmla="*/ 0 w 4602601" name="TX2"/>
                  <a:gd fmla="*/ 3238953 h 3487753" name="TY2"/>
                  <a:gd fmla="*/ 0 w 4602601" name="TX3"/>
                  <a:gd fmla="*/ 253490 h 3487753" name="TY3"/>
                  <a:gd fmla="*/ 248789 w 4602601" name="TX4"/>
                  <a:gd fmla="*/ 4701 h 3487753" name="TY4"/>
                  <a:gd fmla="*/ 1113295 w 4602601" name="TX5"/>
                  <a:gd fmla="*/ 4701 h 3487753" name="TY5"/>
                  <a:gd fmla="*/ 1478729 w 4602601" name="TX6"/>
                  <a:gd fmla="*/ 18680 h 3487753" name="TY6"/>
                  <a:gd fmla="*/ 1718398 w 4602601" name="TX7"/>
                  <a:gd fmla="*/ 174605 h 3487753" name="TY7"/>
                  <a:gd fmla="*/ 4099801 w 4602601" name="TX8"/>
                  <a:gd fmla="*/ 172525 h 3487753" name="TY8"/>
                  <a:gd fmla="*/ 4602590 w 4602601" name="TX9"/>
                  <a:gd fmla="*/ 425472 h 3487753" name="TY9"/>
                  <a:gd fmla="*/ 4602590 w 4602601" name="TX10"/>
                  <a:gd fmla="*/ 3238953 h 3487753" name="TY10"/>
                  <a:gd fmla="*/ 4353801 w 4602601" name="TX11"/>
                  <a:gd fmla="*/ 3487742 h 3487753" name="TY11"/>
                </a:gdLst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  <a:cxn ang="0">
                    <a:pos x="TX11" y="TY11"/>
                  </a:cxn>
                </a:cxnLst>
                <a:rect l="l" t="t" r="r" b="b"/>
                <a:pathLst>
                  <a:path w="4602601" h="3487753">
                    <a:moveTo>
                      <a:pt x="4353801" y="3487742"/>
                    </a:moveTo>
                    <a:lnTo>
                      <a:pt x="248789" y="3487742"/>
                    </a:lnTo>
                    <a:cubicBezTo>
                      <a:pt x="111955" y="3487742"/>
                      <a:pt x="0" y="3375787"/>
                      <a:pt x="0" y="3238953"/>
                    </a:cubicBezTo>
                    <a:lnTo>
                      <a:pt x="0" y="253490"/>
                    </a:lnTo>
                    <a:cubicBezTo>
                      <a:pt x="0" y="116656"/>
                      <a:pt x="111955" y="4701"/>
                      <a:pt x="248789" y="4701"/>
                    </a:cubicBezTo>
                    <a:lnTo>
                      <a:pt x="1113295" y="4701"/>
                    </a:lnTo>
                    <a:cubicBezTo>
                      <a:pt x="1163053" y="4701"/>
                      <a:pt x="1441411" y="-12419"/>
                      <a:pt x="1478729" y="18680"/>
                    </a:cubicBezTo>
                    <a:lnTo>
                      <a:pt x="1718398" y="174605"/>
                    </a:lnTo>
                    <a:lnTo>
                      <a:pt x="4099801" y="172525"/>
                    </a:lnTo>
                    <a:cubicBezTo>
                      <a:pt x="4401735" y="172525"/>
                      <a:pt x="4602590" y="185182"/>
                      <a:pt x="4602590" y="425472"/>
                    </a:cubicBezTo>
                    <a:lnTo>
                      <a:pt x="4602590" y="3238953"/>
                    </a:lnTo>
                    <a:cubicBezTo>
                      <a:pt x="4602590" y="3375787"/>
                      <a:pt x="4490635" y="3487742"/>
                      <a:pt x="4353801" y="3487742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 cap="flat" cmpd="sng">
                <a:solidFill>
                  <a:srgbClr val="CCD3CA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rtl="0" algn="l" defTabSz="457200" eaLnBrk="1" latinLnBrk="0" hangingPunct="1">
                  <a:buFontTx/>
                  <a:buNone/>
                </a:pP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82" name="Rect 0"/>
              <p:cNvSpPr txBox="1">
                <a:spLocks/>
              </p:cNvSpPr>
              <p:nvPr/>
            </p:nvSpPr>
            <p:spPr>
              <a:xfrm rot="0">
                <a:off x="8618855" y="4542155"/>
                <a:ext cx="1622425" cy="259080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&lt;Java package&gt;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83" name="Rect 0"/>
              <p:cNvSpPr txBox="1">
                <a:spLocks/>
              </p:cNvSpPr>
              <p:nvPr/>
            </p:nvSpPr>
            <p:spPr>
              <a:xfrm rot="0">
                <a:off x="8806815" y="4844415"/>
                <a:ext cx="1316355" cy="245745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Location</a:t>
                </a: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/</a:t>
                </a: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news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</p:grpSp>
        <p:grpSp>
          <p:nvGrpSpPr>
            <p:cNvPr id="284" name="Group 5"/>
            <p:cNvGrpSpPr>
              <a:grpSpLocks/>
            </p:cNvGrpSpPr>
            <p:nvPr/>
          </p:nvGrpSpPr>
          <p:grpSpPr>
            <a:xfrm>
              <a:off x="11956415" y="8416925"/>
              <a:ext cx="1986915" cy="1123315"/>
              <a:chOff x="11956415" y="8416925"/>
              <a:chExt cx="1986915" cy="1123315"/>
            </a:xfrm>
          </p:grpSpPr>
          <p:sp>
            <p:nvSpPr>
              <p:cNvPr id="285" name="Rect 0"/>
              <p:cNvSpPr>
                <a:spLocks/>
              </p:cNvSpPr>
              <p:nvPr/>
            </p:nvSpPr>
            <p:spPr>
              <a:xfrm rot="0" flipH="1">
                <a:off x="11956415" y="8416290"/>
                <a:ext cx="1988185" cy="1125220"/>
              </a:xfrm>
              <a:custGeom>
                <a:gdLst>
                  <a:gd fmla="*/ 4353801 w 4602601" name="TX0"/>
                  <a:gd fmla="*/ 3487742 h 3487753" name="TY0"/>
                  <a:gd fmla="*/ 248789 w 4602601" name="TX1"/>
                  <a:gd fmla="*/ 3487742 h 3487753" name="TY1"/>
                  <a:gd fmla="*/ 0 w 4602601" name="TX2"/>
                  <a:gd fmla="*/ 3238953 h 3487753" name="TY2"/>
                  <a:gd fmla="*/ 0 w 4602601" name="TX3"/>
                  <a:gd fmla="*/ 253490 h 3487753" name="TY3"/>
                  <a:gd fmla="*/ 248789 w 4602601" name="TX4"/>
                  <a:gd fmla="*/ 4701 h 3487753" name="TY4"/>
                  <a:gd fmla="*/ 1113295 w 4602601" name="TX5"/>
                  <a:gd fmla="*/ 4701 h 3487753" name="TY5"/>
                  <a:gd fmla="*/ 1478729 w 4602601" name="TX6"/>
                  <a:gd fmla="*/ 18680 h 3487753" name="TY6"/>
                  <a:gd fmla="*/ 1718398 w 4602601" name="TX7"/>
                  <a:gd fmla="*/ 174605 h 3487753" name="TY7"/>
                  <a:gd fmla="*/ 4099801 w 4602601" name="TX8"/>
                  <a:gd fmla="*/ 172525 h 3487753" name="TY8"/>
                  <a:gd fmla="*/ 4602590 w 4602601" name="TX9"/>
                  <a:gd fmla="*/ 425472 h 3487753" name="TY9"/>
                  <a:gd fmla="*/ 4602590 w 4602601" name="TX10"/>
                  <a:gd fmla="*/ 3238953 h 3487753" name="TY10"/>
                  <a:gd fmla="*/ 4353801 w 4602601" name="TX11"/>
                  <a:gd fmla="*/ 3487742 h 3487753" name="TY11"/>
                </a:gdLst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  <a:cxn ang="0">
                    <a:pos x="TX11" y="TY11"/>
                  </a:cxn>
                </a:cxnLst>
                <a:rect l="l" t="t" r="r" b="b"/>
                <a:pathLst>
                  <a:path w="4602601" h="3487753">
                    <a:moveTo>
                      <a:pt x="4353801" y="3487742"/>
                    </a:moveTo>
                    <a:lnTo>
                      <a:pt x="248789" y="3487742"/>
                    </a:lnTo>
                    <a:cubicBezTo>
                      <a:pt x="111955" y="3487742"/>
                      <a:pt x="0" y="3375787"/>
                      <a:pt x="0" y="3238953"/>
                    </a:cubicBezTo>
                    <a:lnTo>
                      <a:pt x="0" y="253490"/>
                    </a:lnTo>
                    <a:cubicBezTo>
                      <a:pt x="0" y="116656"/>
                      <a:pt x="111955" y="4701"/>
                      <a:pt x="248789" y="4701"/>
                    </a:cubicBezTo>
                    <a:lnTo>
                      <a:pt x="1113295" y="4701"/>
                    </a:lnTo>
                    <a:cubicBezTo>
                      <a:pt x="1163053" y="4701"/>
                      <a:pt x="1441411" y="-12419"/>
                      <a:pt x="1478729" y="18680"/>
                    </a:cubicBezTo>
                    <a:lnTo>
                      <a:pt x="1718398" y="174605"/>
                    </a:lnTo>
                    <a:lnTo>
                      <a:pt x="4099801" y="172525"/>
                    </a:lnTo>
                    <a:cubicBezTo>
                      <a:pt x="4401735" y="172525"/>
                      <a:pt x="4602590" y="185182"/>
                      <a:pt x="4602590" y="425472"/>
                    </a:cubicBezTo>
                    <a:lnTo>
                      <a:pt x="4602590" y="3238953"/>
                    </a:lnTo>
                    <a:cubicBezTo>
                      <a:pt x="4602590" y="3375787"/>
                      <a:pt x="4490635" y="3487742"/>
                      <a:pt x="4353801" y="3487742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 cap="flat" cmpd="sng">
                <a:solidFill>
                  <a:srgbClr val="CCD3CA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rtl="0" algn="l" defTabSz="457200" eaLnBrk="1" latinLnBrk="0" hangingPunct="1">
                  <a:buFontTx/>
                  <a:buNone/>
                </a:pP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86" name="Rect 0"/>
              <p:cNvSpPr txBox="1">
                <a:spLocks/>
              </p:cNvSpPr>
              <p:nvPr/>
            </p:nvSpPr>
            <p:spPr>
              <a:xfrm rot="0">
                <a:off x="12100560" y="8705215"/>
                <a:ext cx="1622425" cy="259080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&lt;Java package&gt;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87" name="Rect 0"/>
              <p:cNvSpPr txBox="1">
                <a:spLocks/>
              </p:cNvSpPr>
              <p:nvPr/>
            </p:nvSpPr>
            <p:spPr>
              <a:xfrm rot="0">
                <a:off x="12335510" y="9046845"/>
                <a:ext cx="1222375" cy="259080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service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</p:grpSp>
        <p:grpSp>
          <p:nvGrpSpPr>
            <p:cNvPr id="288" name="Group 5"/>
            <p:cNvGrpSpPr>
              <a:grpSpLocks/>
            </p:cNvGrpSpPr>
            <p:nvPr/>
          </p:nvGrpSpPr>
          <p:grpSpPr>
            <a:xfrm>
              <a:off x="11951335" y="6715125"/>
              <a:ext cx="1986915" cy="1123315"/>
              <a:chOff x="11951335" y="6715125"/>
              <a:chExt cx="1986915" cy="1123315"/>
            </a:xfrm>
          </p:grpSpPr>
          <p:sp>
            <p:nvSpPr>
              <p:cNvPr id="289" name="Rect 0"/>
              <p:cNvSpPr>
                <a:spLocks/>
              </p:cNvSpPr>
              <p:nvPr/>
            </p:nvSpPr>
            <p:spPr>
              <a:xfrm rot="0" flipH="1">
                <a:off x="11951335" y="6714490"/>
                <a:ext cx="1988185" cy="1125220"/>
              </a:xfrm>
              <a:custGeom>
                <a:gdLst>
                  <a:gd fmla="*/ 4353801 w 4602601" name="TX0"/>
                  <a:gd fmla="*/ 3487742 h 3487753" name="TY0"/>
                  <a:gd fmla="*/ 248789 w 4602601" name="TX1"/>
                  <a:gd fmla="*/ 3487742 h 3487753" name="TY1"/>
                  <a:gd fmla="*/ 0 w 4602601" name="TX2"/>
                  <a:gd fmla="*/ 3238953 h 3487753" name="TY2"/>
                  <a:gd fmla="*/ 0 w 4602601" name="TX3"/>
                  <a:gd fmla="*/ 253490 h 3487753" name="TY3"/>
                  <a:gd fmla="*/ 248789 w 4602601" name="TX4"/>
                  <a:gd fmla="*/ 4701 h 3487753" name="TY4"/>
                  <a:gd fmla="*/ 1113295 w 4602601" name="TX5"/>
                  <a:gd fmla="*/ 4701 h 3487753" name="TY5"/>
                  <a:gd fmla="*/ 1478729 w 4602601" name="TX6"/>
                  <a:gd fmla="*/ 18680 h 3487753" name="TY6"/>
                  <a:gd fmla="*/ 1718398 w 4602601" name="TX7"/>
                  <a:gd fmla="*/ 174605 h 3487753" name="TY7"/>
                  <a:gd fmla="*/ 4099801 w 4602601" name="TX8"/>
                  <a:gd fmla="*/ 172525 h 3487753" name="TY8"/>
                  <a:gd fmla="*/ 4602590 w 4602601" name="TX9"/>
                  <a:gd fmla="*/ 425472 h 3487753" name="TY9"/>
                  <a:gd fmla="*/ 4602590 w 4602601" name="TX10"/>
                  <a:gd fmla="*/ 3238953 h 3487753" name="TY10"/>
                  <a:gd fmla="*/ 4353801 w 4602601" name="TX11"/>
                  <a:gd fmla="*/ 3487742 h 3487753" name="TY11"/>
                </a:gdLst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  <a:cxn ang="0">
                    <a:pos x="TX11" y="TY11"/>
                  </a:cxn>
                </a:cxnLst>
                <a:rect l="l" t="t" r="r" b="b"/>
                <a:pathLst>
                  <a:path w="4602601" h="3487753">
                    <a:moveTo>
                      <a:pt x="4353801" y="3487742"/>
                    </a:moveTo>
                    <a:lnTo>
                      <a:pt x="248789" y="3487742"/>
                    </a:lnTo>
                    <a:cubicBezTo>
                      <a:pt x="111955" y="3487742"/>
                      <a:pt x="0" y="3375787"/>
                      <a:pt x="0" y="3238953"/>
                    </a:cubicBezTo>
                    <a:lnTo>
                      <a:pt x="0" y="253490"/>
                    </a:lnTo>
                    <a:cubicBezTo>
                      <a:pt x="0" y="116656"/>
                      <a:pt x="111955" y="4701"/>
                      <a:pt x="248789" y="4701"/>
                    </a:cubicBezTo>
                    <a:lnTo>
                      <a:pt x="1113295" y="4701"/>
                    </a:lnTo>
                    <a:cubicBezTo>
                      <a:pt x="1163053" y="4701"/>
                      <a:pt x="1441411" y="-12419"/>
                      <a:pt x="1478729" y="18680"/>
                    </a:cubicBezTo>
                    <a:lnTo>
                      <a:pt x="1718398" y="174605"/>
                    </a:lnTo>
                    <a:lnTo>
                      <a:pt x="4099801" y="172525"/>
                    </a:lnTo>
                    <a:cubicBezTo>
                      <a:pt x="4401735" y="172525"/>
                      <a:pt x="4602590" y="185182"/>
                      <a:pt x="4602590" y="425472"/>
                    </a:cubicBezTo>
                    <a:lnTo>
                      <a:pt x="4602590" y="3238953"/>
                    </a:lnTo>
                    <a:cubicBezTo>
                      <a:pt x="4602590" y="3375787"/>
                      <a:pt x="4490635" y="3487742"/>
                      <a:pt x="4353801" y="3487742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 cap="flat" cmpd="sng">
                <a:solidFill>
                  <a:srgbClr val="CCD3CA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rtl="0" algn="l" defTabSz="457200" eaLnBrk="1" latinLnBrk="0" hangingPunct="1">
                  <a:buFontTx/>
                  <a:buNone/>
                </a:pP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90" name="Rect 0"/>
              <p:cNvSpPr txBox="1">
                <a:spLocks/>
              </p:cNvSpPr>
              <p:nvPr/>
            </p:nvSpPr>
            <p:spPr>
              <a:xfrm rot="0">
                <a:off x="12095480" y="7003415"/>
                <a:ext cx="1622425" cy="259080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&lt;Java package&gt;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91" name="Rect 0"/>
              <p:cNvSpPr txBox="1">
                <a:spLocks/>
              </p:cNvSpPr>
              <p:nvPr/>
            </p:nvSpPr>
            <p:spPr>
              <a:xfrm rot="0">
                <a:off x="12330430" y="7345045"/>
                <a:ext cx="1222375" cy="259080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util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</p:grpSp>
        <p:grpSp>
          <p:nvGrpSpPr>
            <p:cNvPr id="292" name="Group 5"/>
            <p:cNvGrpSpPr>
              <a:grpSpLocks/>
            </p:cNvGrpSpPr>
            <p:nvPr/>
          </p:nvGrpSpPr>
          <p:grpSpPr>
            <a:xfrm>
              <a:off x="11920855" y="5000625"/>
              <a:ext cx="1986915" cy="1123315"/>
              <a:chOff x="11920855" y="5000625"/>
              <a:chExt cx="1986915" cy="1123315"/>
            </a:xfrm>
          </p:grpSpPr>
          <p:sp>
            <p:nvSpPr>
              <p:cNvPr id="293" name="Rect 0"/>
              <p:cNvSpPr>
                <a:spLocks/>
              </p:cNvSpPr>
              <p:nvPr/>
            </p:nvSpPr>
            <p:spPr>
              <a:xfrm rot="0" flipH="1">
                <a:off x="11920855" y="4999990"/>
                <a:ext cx="1988185" cy="1125220"/>
              </a:xfrm>
              <a:custGeom>
                <a:gdLst>
                  <a:gd fmla="*/ 4353801 w 4602601" name="TX0"/>
                  <a:gd fmla="*/ 3487742 h 3487753" name="TY0"/>
                  <a:gd fmla="*/ 248789 w 4602601" name="TX1"/>
                  <a:gd fmla="*/ 3487742 h 3487753" name="TY1"/>
                  <a:gd fmla="*/ 0 w 4602601" name="TX2"/>
                  <a:gd fmla="*/ 3238953 h 3487753" name="TY2"/>
                  <a:gd fmla="*/ 0 w 4602601" name="TX3"/>
                  <a:gd fmla="*/ 253490 h 3487753" name="TY3"/>
                  <a:gd fmla="*/ 248789 w 4602601" name="TX4"/>
                  <a:gd fmla="*/ 4701 h 3487753" name="TY4"/>
                  <a:gd fmla="*/ 1113295 w 4602601" name="TX5"/>
                  <a:gd fmla="*/ 4701 h 3487753" name="TY5"/>
                  <a:gd fmla="*/ 1478729 w 4602601" name="TX6"/>
                  <a:gd fmla="*/ 18680 h 3487753" name="TY6"/>
                  <a:gd fmla="*/ 1718398 w 4602601" name="TX7"/>
                  <a:gd fmla="*/ 174605 h 3487753" name="TY7"/>
                  <a:gd fmla="*/ 4099801 w 4602601" name="TX8"/>
                  <a:gd fmla="*/ 172525 h 3487753" name="TY8"/>
                  <a:gd fmla="*/ 4602590 w 4602601" name="TX9"/>
                  <a:gd fmla="*/ 425472 h 3487753" name="TY9"/>
                  <a:gd fmla="*/ 4602590 w 4602601" name="TX10"/>
                  <a:gd fmla="*/ 3238953 h 3487753" name="TY10"/>
                  <a:gd fmla="*/ 4353801 w 4602601" name="TX11"/>
                  <a:gd fmla="*/ 3487742 h 3487753" name="TY11"/>
                </a:gdLst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  <a:cxn ang="0">
                    <a:pos x="TX11" y="TY11"/>
                  </a:cxn>
                </a:cxnLst>
                <a:rect l="l" t="t" r="r" b="b"/>
                <a:pathLst>
                  <a:path w="4602601" h="3487753">
                    <a:moveTo>
                      <a:pt x="4353801" y="3487742"/>
                    </a:moveTo>
                    <a:lnTo>
                      <a:pt x="248789" y="3487742"/>
                    </a:lnTo>
                    <a:cubicBezTo>
                      <a:pt x="111955" y="3487742"/>
                      <a:pt x="0" y="3375787"/>
                      <a:pt x="0" y="3238953"/>
                    </a:cubicBezTo>
                    <a:lnTo>
                      <a:pt x="0" y="253490"/>
                    </a:lnTo>
                    <a:cubicBezTo>
                      <a:pt x="0" y="116656"/>
                      <a:pt x="111955" y="4701"/>
                      <a:pt x="248789" y="4701"/>
                    </a:cubicBezTo>
                    <a:lnTo>
                      <a:pt x="1113295" y="4701"/>
                    </a:lnTo>
                    <a:cubicBezTo>
                      <a:pt x="1163053" y="4701"/>
                      <a:pt x="1441411" y="-12419"/>
                      <a:pt x="1478729" y="18680"/>
                    </a:cubicBezTo>
                    <a:lnTo>
                      <a:pt x="1718398" y="174605"/>
                    </a:lnTo>
                    <a:lnTo>
                      <a:pt x="4099801" y="172525"/>
                    </a:lnTo>
                    <a:cubicBezTo>
                      <a:pt x="4401735" y="172525"/>
                      <a:pt x="4602590" y="185182"/>
                      <a:pt x="4602590" y="425472"/>
                    </a:cubicBezTo>
                    <a:lnTo>
                      <a:pt x="4602590" y="3238953"/>
                    </a:lnTo>
                    <a:cubicBezTo>
                      <a:pt x="4602590" y="3375787"/>
                      <a:pt x="4490635" y="3487742"/>
                      <a:pt x="4353801" y="3487742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 cap="flat" cmpd="sng">
                <a:solidFill>
                  <a:srgbClr val="CCD3CA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rtl="0" algn="l" defTabSz="457200" eaLnBrk="1" latinLnBrk="0" hangingPunct="1">
                  <a:buFontTx/>
                  <a:buNone/>
                </a:pP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94" name="Rect 0"/>
              <p:cNvSpPr txBox="1">
                <a:spLocks/>
              </p:cNvSpPr>
              <p:nvPr/>
            </p:nvSpPr>
            <p:spPr>
              <a:xfrm rot="0">
                <a:off x="12065000" y="5288915"/>
                <a:ext cx="1622425" cy="259080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&lt;Java package&gt;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95" name="Rect 0"/>
              <p:cNvSpPr txBox="1">
                <a:spLocks/>
              </p:cNvSpPr>
              <p:nvPr/>
            </p:nvSpPr>
            <p:spPr>
              <a:xfrm rot="0">
                <a:off x="12287250" y="5630545"/>
                <a:ext cx="1222375" cy="259080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vo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</p:grpSp>
        <p:grpSp>
          <p:nvGrpSpPr>
            <p:cNvPr id="296" name="Group 5"/>
            <p:cNvGrpSpPr>
              <a:grpSpLocks/>
            </p:cNvGrpSpPr>
            <p:nvPr/>
          </p:nvGrpSpPr>
          <p:grpSpPr>
            <a:xfrm>
              <a:off x="11890375" y="3284855"/>
              <a:ext cx="1986915" cy="1123315"/>
              <a:chOff x="11890375" y="3284855"/>
              <a:chExt cx="1986915" cy="1123315"/>
            </a:xfrm>
          </p:grpSpPr>
          <p:sp>
            <p:nvSpPr>
              <p:cNvPr id="297" name="Rect 0"/>
              <p:cNvSpPr>
                <a:spLocks/>
              </p:cNvSpPr>
              <p:nvPr/>
            </p:nvSpPr>
            <p:spPr>
              <a:xfrm rot="0" flipH="1">
                <a:off x="11890375" y="3284220"/>
                <a:ext cx="1988185" cy="1125220"/>
              </a:xfrm>
              <a:custGeom>
                <a:gdLst>
                  <a:gd fmla="*/ 4353801 w 4602601" name="TX0"/>
                  <a:gd fmla="*/ 3487742 h 3487753" name="TY0"/>
                  <a:gd fmla="*/ 248789 w 4602601" name="TX1"/>
                  <a:gd fmla="*/ 3487742 h 3487753" name="TY1"/>
                  <a:gd fmla="*/ 0 w 4602601" name="TX2"/>
                  <a:gd fmla="*/ 3238953 h 3487753" name="TY2"/>
                  <a:gd fmla="*/ 0 w 4602601" name="TX3"/>
                  <a:gd fmla="*/ 253490 h 3487753" name="TY3"/>
                  <a:gd fmla="*/ 248789 w 4602601" name="TX4"/>
                  <a:gd fmla="*/ 4701 h 3487753" name="TY4"/>
                  <a:gd fmla="*/ 1113295 w 4602601" name="TX5"/>
                  <a:gd fmla="*/ 4701 h 3487753" name="TY5"/>
                  <a:gd fmla="*/ 1478729 w 4602601" name="TX6"/>
                  <a:gd fmla="*/ 18680 h 3487753" name="TY6"/>
                  <a:gd fmla="*/ 1718398 w 4602601" name="TX7"/>
                  <a:gd fmla="*/ 174605 h 3487753" name="TY7"/>
                  <a:gd fmla="*/ 4099801 w 4602601" name="TX8"/>
                  <a:gd fmla="*/ 172525 h 3487753" name="TY8"/>
                  <a:gd fmla="*/ 4602590 w 4602601" name="TX9"/>
                  <a:gd fmla="*/ 425472 h 3487753" name="TY9"/>
                  <a:gd fmla="*/ 4602590 w 4602601" name="TX10"/>
                  <a:gd fmla="*/ 3238953 h 3487753" name="TY10"/>
                  <a:gd fmla="*/ 4353801 w 4602601" name="TX11"/>
                  <a:gd fmla="*/ 3487742 h 3487753" name="TY11"/>
                </a:gdLst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  <a:cxn ang="0">
                    <a:pos x="TX11" y="TY11"/>
                  </a:cxn>
                </a:cxnLst>
                <a:rect l="l" t="t" r="r" b="b"/>
                <a:pathLst>
                  <a:path w="4602601" h="3487753">
                    <a:moveTo>
                      <a:pt x="4353801" y="3487742"/>
                    </a:moveTo>
                    <a:lnTo>
                      <a:pt x="248789" y="3487742"/>
                    </a:lnTo>
                    <a:cubicBezTo>
                      <a:pt x="111955" y="3487742"/>
                      <a:pt x="0" y="3375787"/>
                      <a:pt x="0" y="3238953"/>
                    </a:cubicBezTo>
                    <a:lnTo>
                      <a:pt x="0" y="253490"/>
                    </a:lnTo>
                    <a:cubicBezTo>
                      <a:pt x="0" y="116656"/>
                      <a:pt x="111955" y="4701"/>
                      <a:pt x="248789" y="4701"/>
                    </a:cubicBezTo>
                    <a:lnTo>
                      <a:pt x="1113295" y="4701"/>
                    </a:lnTo>
                    <a:cubicBezTo>
                      <a:pt x="1163053" y="4701"/>
                      <a:pt x="1441411" y="-12419"/>
                      <a:pt x="1478729" y="18680"/>
                    </a:cubicBezTo>
                    <a:lnTo>
                      <a:pt x="1718398" y="174605"/>
                    </a:lnTo>
                    <a:lnTo>
                      <a:pt x="4099801" y="172525"/>
                    </a:lnTo>
                    <a:cubicBezTo>
                      <a:pt x="4401735" y="172525"/>
                      <a:pt x="4602590" y="185182"/>
                      <a:pt x="4602590" y="425472"/>
                    </a:cubicBezTo>
                    <a:lnTo>
                      <a:pt x="4602590" y="3238953"/>
                    </a:lnTo>
                    <a:cubicBezTo>
                      <a:pt x="4602590" y="3375787"/>
                      <a:pt x="4490635" y="3487742"/>
                      <a:pt x="4353801" y="3487742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 cap="flat" cmpd="sng">
                <a:solidFill>
                  <a:srgbClr val="CCD3CA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rtl="0" algn="l" defTabSz="457200" eaLnBrk="1" latinLnBrk="0" hangingPunct="1">
                  <a:buFontTx/>
                  <a:buNone/>
                </a:pP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98" name="Rect 0"/>
              <p:cNvSpPr txBox="1">
                <a:spLocks/>
              </p:cNvSpPr>
              <p:nvPr/>
            </p:nvSpPr>
            <p:spPr>
              <a:xfrm rot="0">
                <a:off x="12034520" y="3573145"/>
                <a:ext cx="1622425" cy="259080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&lt;Java package&gt;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299" name="Rect 0"/>
              <p:cNvSpPr txBox="1">
                <a:spLocks/>
              </p:cNvSpPr>
              <p:nvPr/>
            </p:nvSpPr>
            <p:spPr>
              <a:xfrm rot="0">
                <a:off x="12269470" y="3914775"/>
                <a:ext cx="1222375" cy="259080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dao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</p:grpSp>
        <p:grpSp>
          <p:nvGrpSpPr>
            <p:cNvPr id="300" name="Group 5"/>
            <p:cNvGrpSpPr>
              <a:grpSpLocks/>
            </p:cNvGrpSpPr>
            <p:nvPr/>
          </p:nvGrpSpPr>
          <p:grpSpPr>
            <a:xfrm>
              <a:off x="3747770" y="4251960"/>
              <a:ext cx="1987550" cy="1124585"/>
              <a:chOff x="3747770" y="4251960"/>
              <a:chExt cx="1987550" cy="1124585"/>
            </a:xfrm>
          </p:grpSpPr>
          <p:sp>
            <p:nvSpPr>
              <p:cNvPr id="301" name="Rect 0"/>
              <p:cNvSpPr>
                <a:spLocks/>
              </p:cNvSpPr>
              <p:nvPr/>
            </p:nvSpPr>
            <p:spPr>
              <a:xfrm rot="0" flipH="1">
                <a:off x="3747770" y="4251960"/>
                <a:ext cx="1988185" cy="1125220"/>
              </a:xfrm>
              <a:custGeom>
                <a:gdLst>
                  <a:gd fmla="*/ 4353801 w 4602601" name="TX0"/>
                  <a:gd fmla="*/ 3487742 h 3487753" name="TY0"/>
                  <a:gd fmla="*/ 248789 w 4602601" name="TX1"/>
                  <a:gd fmla="*/ 3487742 h 3487753" name="TY1"/>
                  <a:gd fmla="*/ 0 w 4602601" name="TX2"/>
                  <a:gd fmla="*/ 3238953 h 3487753" name="TY2"/>
                  <a:gd fmla="*/ 0 w 4602601" name="TX3"/>
                  <a:gd fmla="*/ 253490 h 3487753" name="TY3"/>
                  <a:gd fmla="*/ 248789 w 4602601" name="TX4"/>
                  <a:gd fmla="*/ 4701 h 3487753" name="TY4"/>
                  <a:gd fmla="*/ 1113295 w 4602601" name="TX5"/>
                  <a:gd fmla="*/ 4701 h 3487753" name="TY5"/>
                  <a:gd fmla="*/ 1478729 w 4602601" name="TX6"/>
                  <a:gd fmla="*/ 18680 h 3487753" name="TY6"/>
                  <a:gd fmla="*/ 1718398 w 4602601" name="TX7"/>
                  <a:gd fmla="*/ 174605 h 3487753" name="TY7"/>
                  <a:gd fmla="*/ 4099801 w 4602601" name="TX8"/>
                  <a:gd fmla="*/ 172525 h 3487753" name="TY8"/>
                  <a:gd fmla="*/ 4602590 w 4602601" name="TX9"/>
                  <a:gd fmla="*/ 425472 h 3487753" name="TY9"/>
                  <a:gd fmla="*/ 4602590 w 4602601" name="TX10"/>
                  <a:gd fmla="*/ 3238953 h 3487753" name="TY10"/>
                  <a:gd fmla="*/ 4353801 w 4602601" name="TX11"/>
                  <a:gd fmla="*/ 3487742 h 3487753" name="TY11"/>
                </a:gdLst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  <a:cxn ang="0">
                    <a:pos x="TX11" y="TY11"/>
                  </a:cxn>
                </a:cxnLst>
                <a:rect l="l" t="t" r="r" b="b"/>
                <a:pathLst>
                  <a:path w="4602601" h="3487753">
                    <a:moveTo>
                      <a:pt x="4353801" y="3487742"/>
                    </a:moveTo>
                    <a:lnTo>
                      <a:pt x="248789" y="3487742"/>
                    </a:lnTo>
                    <a:cubicBezTo>
                      <a:pt x="111955" y="3487742"/>
                      <a:pt x="0" y="3375787"/>
                      <a:pt x="0" y="3238953"/>
                    </a:cubicBezTo>
                    <a:lnTo>
                      <a:pt x="0" y="253490"/>
                    </a:lnTo>
                    <a:cubicBezTo>
                      <a:pt x="0" y="116656"/>
                      <a:pt x="111955" y="4701"/>
                      <a:pt x="248789" y="4701"/>
                    </a:cubicBezTo>
                    <a:lnTo>
                      <a:pt x="1113295" y="4701"/>
                    </a:lnTo>
                    <a:cubicBezTo>
                      <a:pt x="1163053" y="4701"/>
                      <a:pt x="1441411" y="-12419"/>
                      <a:pt x="1478729" y="18680"/>
                    </a:cubicBezTo>
                    <a:lnTo>
                      <a:pt x="1718398" y="174605"/>
                    </a:lnTo>
                    <a:lnTo>
                      <a:pt x="4099801" y="172525"/>
                    </a:lnTo>
                    <a:cubicBezTo>
                      <a:pt x="4401735" y="172525"/>
                      <a:pt x="4602590" y="185182"/>
                      <a:pt x="4602590" y="425472"/>
                    </a:cubicBezTo>
                    <a:lnTo>
                      <a:pt x="4602590" y="3238953"/>
                    </a:lnTo>
                    <a:cubicBezTo>
                      <a:pt x="4602590" y="3375787"/>
                      <a:pt x="4490635" y="3487742"/>
                      <a:pt x="4353801" y="3487742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 cap="flat" cmpd="sng">
                <a:solidFill>
                  <a:srgbClr val="CCD3CA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wrap="square" lIns="91440" tIns="45720" rIns="91440" bIns="45720" numCol="1" vert="horz" anchor="ctr">
                <a:noAutofit/>
              </a:bodyPr>
              <a:lstStyle/>
              <a:p>
                <a:pPr marL="0" indent="0" rtl="0" algn="l" defTabSz="457200" eaLnBrk="1" latinLnBrk="0" hangingPunct="1">
                  <a:buFontTx/>
                  <a:buNone/>
                </a:pP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302" name="Rect 0"/>
              <p:cNvSpPr txBox="1">
                <a:spLocks/>
              </p:cNvSpPr>
              <p:nvPr/>
            </p:nvSpPr>
            <p:spPr>
              <a:xfrm rot="0">
                <a:off x="3891915" y="4540885"/>
                <a:ext cx="1622425" cy="259080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&lt;Java package&gt;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  <p:sp>
            <p:nvSpPr>
              <p:cNvPr id="303" name="Rect 0"/>
              <p:cNvSpPr txBox="1">
                <a:spLocks/>
              </p:cNvSpPr>
              <p:nvPr/>
            </p:nvSpPr>
            <p:spPr>
              <a:xfrm rot="0">
                <a:off x="4056380" y="4816475"/>
                <a:ext cx="1311275" cy="245745"/>
              </a:xfrm>
              <a:prstGeom prst="rect"/>
              <a:noFill/>
              <a:ln cap="flat" cmpd="sng">
                <a:solidFill>
                  <a:srgbClr val="CCD3CA">
                    <a:alpha val="100000"/>
                  </a:srgbClr>
                </a:solidFill>
                <a:prstDash val="solid"/>
              </a:ln>
            </p:spPr>
            <p:txBody>
              <a:bodyPr wrap="square" lIns="91440" tIns="45720" rIns="91440" bIns="45720" numCol="1" vert="horz" anchor="t">
                <a:spAutoFit/>
              </a:bodyPr>
              <a:lstStyle/>
              <a:p>
                <a:pPr marL="0" indent="0" rtl="0" algn="ctr" defTabSz="457200" eaLnBrk="1" latinLnBrk="0" hangingPunct="1">
                  <a:buFontTx/>
                  <a:buNone/>
                </a:pPr>
                <a:r>
                  <a:rPr lang="ko-KR"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a</a:t>
                </a:r>
                <a:r>
                  <a:rPr lang="ko-KR" sz="1000" b="1">
                    <a:solidFill>
                      <a:schemeClr val="tx1"/>
                    </a:solidFill>
                    <a:latin typeface="잘풀리는오늘 Medium" charset="0"/>
                    <a:ea typeface="잘풀리는오늘 Medium" charset="0"/>
                  </a:rPr>
                  <a:t>nswer</a:t>
                </a:r>
                <a:endParaRPr lang="ko-KR" altLang="en-US" sz="1000" b="1">
                  <a:solidFill>
                    <a:schemeClr val="tx1"/>
                  </a:solidFill>
                  <a:latin typeface="잘풀리는오늘 Medium" charset="0"/>
                  <a:ea typeface="잘풀리는오늘 Medium" charset="0"/>
                </a:endParaRPr>
              </a:p>
            </p:txBody>
          </p:sp>
        </p:grpSp>
        <p:cxnSp>
          <p:nvCxnSpPr>
            <p:cNvPr id="304" name="Rect 0"/>
            <p:cNvCxnSpPr/>
            <p:nvPr/>
          </p:nvCxnSpPr>
          <p:spPr>
            <a:xfrm rot="16200000" flipV="1">
              <a:off x="6444615" y="4836160"/>
              <a:ext cx="1270000" cy="103505"/>
            </a:xfrm>
            <a:prstGeom prst="bentConnector3">
              <a:avLst>
                <a:gd name="adj1" fmla="val 50065"/>
              </a:avLst>
            </a:prstGeom>
            <a:ln w="6350" cap="flat" cmpd="sng">
              <a:solidFill>
                <a:schemeClr val="bg2">
                  <a:lumMod val="50000"/>
                  <a:lumOff val="0"/>
                  <a:alpha val="100000"/>
                </a:schemeClr>
              </a:solidFill>
              <a:prstDash val="dash"/>
              <a:miter lim="800000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5" name="Rect 0"/>
            <p:cNvSpPr>
              <a:spLocks/>
            </p:cNvSpPr>
            <p:nvPr/>
          </p:nvSpPr>
          <p:spPr>
            <a:xfrm rot="10800000">
              <a:off x="4279900" y="5374640"/>
              <a:ext cx="1856740" cy="708660"/>
            </a:xfrm>
            <a:prstGeom prst="bentConnector2"/>
            <a:ln w="6350" cap="flat" cmpd="sng">
              <a:solidFill>
                <a:schemeClr val="bg2">
                  <a:lumMod val="50000"/>
                  <a:lumOff val="0"/>
                  <a:alpha val="100000"/>
                </a:schemeClr>
              </a:solidFill>
              <a:prstDash val="dash"/>
              <a:miter lim="800000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hangingPunct="1"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맑은 고딕" charset="0"/>
                <a:cs typeface="+mn-cs"/>
              </a:endParaRPr>
            </a:p>
          </p:txBody>
        </p:sp>
        <p:sp>
          <p:nvSpPr>
            <p:cNvPr id="306" name="Rect 0"/>
            <p:cNvSpPr>
              <a:spLocks/>
            </p:cNvSpPr>
            <p:nvPr/>
          </p:nvSpPr>
          <p:spPr>
            <a:xfrm rot="10800000" flipV="1">
              <a:off x="4731385" y="6080760"/>
              <a:ext cx="1404620" cy="915670"/>
            </a:xfrm>
            <a:prstGeom prst="bentConnector2"/>
            <a:ln w="6350" cap="flat" cmpd="sng">
              <a:solidFill>
                <a:schemeClr val="bg2">
                  <a:lumMod val="50000"/>
                  <a:lumOff val="0"/>
                  <a:alpha val="100000"/>
                </a:schemeClr>
              </a:solidFill>
              <a:prstDash val="dash"/>
              <a:miter lim="800000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hangingPunct="1"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맑은 고딕" charset="0"/>
                <a:cs typeface="+mn-cs"/>
              </a:endParaRPr>
            </a:p>
          </p:txBody>
        </p:sp>
        <p:cxnSp>
          <p:nvCxnSpPr>
            <p:cNvPr id="307" name="Rect 0"/>
            <p:cNvCxnSpPr/>
            <p:nvPr/>
          </p:nvCxnSpPr>
          <p:spPr>
            <a:xfrm rot="16200000" flipH="1">
              <a:off x="6291580" y="7478395"/>
              <a:ext cx="1772920" cy="99060"/>
            </a:xfrm>
            <a:prstGeom prst="bentConnector3">
              <a:avLst>
                <a:gd name="adj1" fmla="val 49977"/>
              </a:avLst>
            </a:prstGeom>
            <a:ln w="6350" cap="flat" cmpd="sng">
              <a:solidFill>
                <a:schemeClr val="bg2">
                  <a:lumMod val="50000"/>
                  <a:lumOff val="0"/>
                  <a:alpha val="100000"/>
                </a:schemeClr>
              </a:solidFill>
              <a:prstDash val="dash"/>
              <a:miter lim="800000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8" name="Rect 0"/>
            <p:cNvSpPr>
              <a:spLocks/>
            </p:cNvSpPr>
            <p:nvPr/>
          </p:nvSpPr>
          <p:spPr>
            <a:xfrm rot="0">
              <a:off x="8121015" y="6081395"/>
              <a:ext cx="1444625" cy="839470"/>
            </a:xfrm>
            <a:prstGeom prst="bentConnector2"/>
            <a:ln w="6350" cap="flat" cmpd="sng">
              <a:solidFill>
                <a:schemeClr val="bg2">
                  <a:lumMod val="50000"/>
                  <a:lumOff val="0"/>
                  <a:alpha val="100000"/>
                </a:schemeClr>
              </a:solidFill>
              <a:prstDash val="dash"/>
              <a:miter lim="800000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hangingPunct="1"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맑은 고딕" charset="0"/>
                <a:cs typeface="+mn-cs"/>
              </a:endParaRPr>
            </a:p>
          </p:txBody>
        </p:sp>
        <p:sp>
          <p:nvSpPr>
            <p:cNvPr id="309" name="Rect 0"/>
            <p:cNvSpPr>
              <a:spLocks/>
            </p:cNvSpPr>
            <p:nvPr/>
          </p:nvSpPr>
          <p:spPr>
            <a:xfrm rot="0" flipV="1">
              <a:off x="8121650" y="5375275"/>
              <a:ext cx="1349375" cy="708660"/>
            </a:xfrm>
            <a:prstGeom prst="bentConnector2"/>
            <a:ln w="6350" cap="flat" cmpd="sng">
              <a:solidFill>
                <a:schemeClr val="bg2">
                  <a:lumMod val="50000"/>
                  <a:lumOff val="0"/>
                  <a:alpha val="100000"/>
                </a:schemeClr>
              </a:solidFill>
              <a:prstDash val="dash"/>
              <a:miter lim="800000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hangingPunct="1">
                <a:buFontTx/>
                <a:buNone/>
              </a:pPr>
              <a:endParaRPr lang="ko-KR" altLang="en-US" sz="1800">
                <a:solidFill>
                  <a:schemeClr val="tx1"/>
                </a:solidFill>
                <a:latin typeface="Calibri" charset="0"/>
                <a:ea typeface="맑은 고딕" charset="0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6435" cy="1207135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74700" y="469900"/>
            <a:ext cx="140335" cy="9360535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7835" cy="16548735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6891000" y="368300"/>
            <a:ext cx="241935" cy="9563735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894330"/>
            <a:ext cx="13526770" cy="13970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1870" cy="2096770"/>
            <a:chOff x="533400" y="1029335"/>
            <a:chExt cx="991870" cy="2096770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170" cy="471170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770" cy="140970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770" cy="140970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170" cy="471170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770" cy="140970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770" cy="140970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170" cy="471170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770" cy="140970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770" cy="140970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>
            <a:off x="2362200" y="1573530"/>
            <a:ext cx="764540" cy="3073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2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1421130"/>
            <a:ext cx="11548745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클래스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다이어그램(회원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/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관리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자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)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pic>
        <p:nvPicPr>
          <p:cNvPr id="40" name="그림 17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86" t="-988" r="-2979" b="72012"/>
          <a:stretch>
            <a:fillRect/>
          </a:stretch>
        </p:blipFill>
        <p:spPr>
          <a:xfrm rot="0">
            <a:off x="2512695" y="3393440"/>
            <a:ext cx="13069570" cy="491299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0970" cy="9361170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8470" cy="1654937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2570" cy="9564370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894330"/>
            <a:ext cx="13527405" cy="14605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2505" cy="2097405"/>
            <a:chOff x="533400" y="1029335"/>
            <a:chExt cx="992505" cy="2097405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805" cy="471805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7405" cy="141605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7405" cy="141605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805" cy="471805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7405" cy="141605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7405" cy="141605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805" cy="471805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7405" cy="141605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7405" cy="141605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>
            <a:off x="2362200" y="1573530"/>
            <a:ext cx="765175" cy="307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2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1421130"/>
            <a:ext cx="11548745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클래스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다이어그램(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반려동물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)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pic>
        <p:nvPicPr>
          <p:cNvPr id="40" name="그림 3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4" t="-1561" r="51457" b="41480"/>
          <a:stretch>
            <a:fillRect/>
          </a:stretch>
        </p:blipFill>
        <p:spPr>
          <a:xfrm rot="0">
            <a:off x="2387600" y="3230245"/>
            <a:ext cx="12974955" cy="51346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0970" cy="9361170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8470" cy="1654937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2570" cy="9564370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894330"/>
            <a:ext cx="13527405" cy="14605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2505" cy="2097405"/>
            <a:chOff x="533400" y="1029335"/>
            <a:chExt cx="992505" cy="2097405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805" cy="471805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7405" cy="141605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7405" cy="141605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805" cy="471805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7405" cy="141605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7405" cy="141605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805" cy="471805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7405" cy="141605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7405" cy="141605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>
            <a:off x="2362200" y="1573530"/>
            <a:ext cx="765175" cy="307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2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1421130"/>
            <a:ext cx="12365355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클래스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다이어그램(커뮤니티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게시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판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)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pic>
        <p:nvPicPr>
          <p:cNvPr id="40" name="그림 2"/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599" t="18123" r="-5127" b="43271"/>
          <a:stretch>
            <a:fillRect/>
          </a:stretch>
        </p:blipFill>
        <p:spPr>
          <a:xfrm rot="0">
            <a:off x="2451735" y="3128645"/>
            <a:ext cx="13141325" cy="624522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0970" cy="9361170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8470" cy="1654937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2570" cy="9564370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894330"/>
            <a:ext cx="13527405" cy="14605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2505" cy="2097405"/>
            <a:chOff x="533400" y="1029335"/>
            <a:chExt cx="992505" cy="2097405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805" cy="471805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7405" cy="141605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7405" cy="141605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805" cy="471805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7405" cy="141605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7405" cy="141605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805" cy="471805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7405" cy="141605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7405" cy="141605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1573530"/>
            <a:ext cx="765175" cy="307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2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1421130"/>
            <a:ext cx="11432540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클래스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다이어그램(커뮤니티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댓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글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)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pic>
        <p:nvPicPr>
          <p:cNvPr id="41" name="Picture 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341" t="82061" r="-8870" b="-2666"/>
          <a:stretch>
            <a:fillRect/>
          </a:stretch>
        </p:blipFill>
        <p:spPr>
          <a:xfrm rot="0">
            <a:off x="1659890" y="3218815"/>
            <a:ext cx="14404975" cy="509524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6435" cy="1207135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74700" y="469900"/>
            <a:ext cx="140335" cy="9360535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24200"/>
            <a:ext cx="9348470" cy="1654937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6891000" y="368300"/>
            <a:ext cx="241935" cy="9563735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894330"/>
            <a:ext cx="13526770" cy="13970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1870" cy="2096770"/>
            <a:chOff x="533400" y="1029335"/>
            <a:chExt cx="991870" cy="2096770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170" cy="471170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770" cy="140970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770" cy="140970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170" cy="471170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770" cy="140970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770" cy="140970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170" cy="471170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770" cy="140970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770" cy="140970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>
            <a:off x="2362200" y="1573530"/>
            <a:ext cx="764540" cy="3073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2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>
            <a:off x="3149600" y="1421130"/>
            <a:ext cx="11432540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클래스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다이어그램(커뮤니티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답변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)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pic>
        <p:nvPicPr>
          <p:cNvPr id="40" name="그림 4"/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885" t="60951" r="-4842" b="18070"/>
          <a:stretch>
            <a:fillRect/>
          </a:stretch>
        </p:blipFill>
        <p:spPr>
          <a:xfrm rot="0">
            <a:off x="2387600" y="3204210"/>
            <a:ext cx="13167360" cy="475170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6435" cy="1207135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74700" y="469900"/>
            <a:ext cx="140335" cy="9360535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24200"/>
            <a:ext cx="9348470" cy="1654937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6891000" y="368300"/>
            <a:ext cx="241935" cy="9563735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767330"/>
            <a:ext cx="13527405" cy="14605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1870" cy="2096770"/>
            <a:chOff x="533400" y="1029335"/>
            <a:chExt cx="991870" cy="2096770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170" cy="471170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770" cy="140970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770" cy="140970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170" cy="471170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770" cy="140970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770" cy="140970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170" cy="471170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770" cy="140970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770" cy="140970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>
            <a:off x="2362200" y="1573530"/>
            <a:ext cx="764540" cy="3073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2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1421130"/>
            <a:ext cx="11050905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클래스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다이어그램(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다이어리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)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pic>
        <p:nvPicPr>
          <p:cNvPr id="40" name="그림 37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299970" y="2875280"/>
            <a:ext cx="13700760" cy="661352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6435" cy="1207135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74700" y="469900"/>
            <a:ext cx="140335" cy="9360535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7835" cy="16548735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6891000" y="368300"/>
            <a:ext cx="241935" cy="9563735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894330"/>
            <a:ext cx="13526770" cy="13970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1870" cy="2096770"/>
            <a:chOff x="533400" y="1029335"/>
            <a:chExt cx="991870" cy="2096770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170" cy="471170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770" cy="140970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770" cy="140970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170" cy="471170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770" cy="140970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770" cy="140970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170" cy="471170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770" cy="140970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770" cy="140970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>
            <a:off x="2362200" y="1573530"/>
            <a:ext cx="764540" cy="3073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2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1421130"/>
            <a:ext cx="12187555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클래스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다이어그램(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플레이스/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뉴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스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)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pic>
        <p:nvPicPr>
          <p:cNvPr id="40" name="그림 52" descr="C:/Users/14A/AppData/Roaming/PolarisOffice/ETemp/2852_9478312/fImage127478125441.png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0" t="13736" r="72289" b="6550"/>
          <a:stretch>
            <a:fillRect/>
          </a:stretch>
        </p:blipFill>
        <p:spPr>
          <a:xfrm rot="0">
            <a:off x="2592705" y="3035935"/>
            <a:ext cx="12555220" cy="63188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6435" cy="1207135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74700" y="469900"/>
            <a:ext cx="140335" cy="9360535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24200"/>
            <a:ext cx="9348470" cy="1654937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6891000" y="368300"/>
            <a:ext cx="241935" cy="9563735"/>
          </a:xfrm>
          <a:prstGeom prst="rect"/>
          <a:noFill/>
        </p:spPr>
      </p:pic>
      <p:pic>
        <p:nvPicPr>
          <p:cNvPr id="7" name="Picture " descr="C:/Users/14A/AppData/Roaming/PolarisOffice/ETemp/12652_7322096/image1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005330"/>
            <a:ext cx="13526770" cy="13970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1235" cy="2096135"/>
            <a:chOff x="533400" y="1029335"/>
            <a:chExt cx="991235" cy="2096135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0535" cy="470535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135" cy="140335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135" cy="140335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0535" cy="470535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135" cy="140335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135" cy="140335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0535" cy="470535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135" cy="140335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135" cy="140335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1014730"/>
            <a:ext cx="763905" cy="3067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03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862330"/>
            <a:ext cx="12800330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시퀀스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다이어그램(회원가입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/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로그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인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)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pic>
        <p:nvPicPr>
          <p:cNvPr id="40" name="그림 3" descr="C:/Users/14A/AppData/Roaming/PolarisOffice/ETemp/12652_7322096/fImage26989213546334.png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2" t="1649" r="53323" b="69950"/>
          <a:stretch>
            <a:fillRect/>
          </a:stretch>
        </p:blipFill>
        <p:spPr>
          <a:xfrm rot="0">
            <a:off x="2247265" y="2081530"/>
            <a:ext cx="13510895" cy="719010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14A/AppData/Roaming/PolarisOffice/ETemp/12652_7322096/image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3" name="Picture " descr="C:/Users/14A/AppData/Roaming/PolarisOffice/ETemp/12652_7322096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0970" cy="9361170"/>
          </a:xfrm>
          <a:prstGeom prst="rect"/>
          <a:noFill/>
        </p:spPr>
      </p:pic>
      <p:pic>
        <p:nvPicPr>
          <p:cNvPr id="4" name="Picture " descr="C:/Users/14A/AppData/Roaming/PolarisOffice/ETemp/12652_7322096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24200"/>
            <a:ext cx="9349105" cy="16550005"/>
          </a:xfrm>
          <a:prstGeom prst="rect"/>
          <a:noFill/>
        </p:spPr>
      </p:pic>
      <p:pic>
        <p:nvPicPr>
          <p:cNvPr id="5" name="Picture " descr="C:/Users/14A/AppData/Roaming/PolarisOffice/ETemp/12652_7322096/image13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2570" cy="9564370"/>
          </a:xfrm>
          <a:prstGeom prst="rect"/>
          <a:noFill/>
        </p:spPr>
      </p:pic>
      <p:pic>
        <p:nvPicPr>
          <p:cNvPr id="7" name="Picture " descr="C:/Users/14A/AppData/Roaming/PolarisOffice/ETemp/12652_7322096/image1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004695"/>
            <a:ext cx="13526770" cy="13970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1870" cy="2096770"/>
            <a:chOff x="533400" y="1029335"/>
            <a:chExt cx="991870" cy="2096770"/>
          </a:xfrm>
        </p:grpSpPr>
        <p:pic>
          <p:nvPicPr>
            <p:cNvPr id="24" name="Picture " descr="C:/Users/14A/AppData/Roaming/PolarisOffice/ETemp/12652_7322096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170" cy="471170"/>
            </a:xfrm>
            <a:prstGeom prst="rect"/>
            <a:noFill/>
          </p:spPr>
        </p:pic>
        <p:pic>
          <p:nvPicPr>
            <p:cNvPr id="26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770" cy="140970"/>
            </a:xfrm>
            <a:prstGeom prst="rect"/>
            <a:noFill/>
          </p:spPr>
        </p:pic>
        <p:pic>
          <p:nvPicPr>
            <p:cNvPr id="27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770" cy="140970"/>
            </a:xfrm>
            <a:prstGeom prst="rect"/>
            <a:noFill/>
          </p:spPr>
        </p:pic>
        <p:pic>
          <p:nvPicPr>
            <p:cNvPr id="28" name="Picture " descr="C:/Users/14A/AppData/Roaming/PolarisOffice/ETemp/12652_7322096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170" cy="471170"/>
            </a:xfrm>
            <a:prstGeom prst="rect"/>
            <a:noFill/>
          </p:spPr>
        </p:pic>
        <p:pic>
          <p:nvPicPr>
            <p:cNvPr id="30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770" cy="140970"/>
            </a:xfrm>
            <a:prstGeom prst="rect"/>
            <a:noFill/>
          </p:spPr>
        </p:pic>
        <p:pic>
          <p:nvPicPr>
            <p:cNvPr id="31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770" cy="140970"/>
            </a:xfrm>
            <a:prstGeom prst="rect"/>
            <a:noFill/>
          </p:spPr>
        </p:pic>
        <p:pic>
          <p:nvPicPr>
            <p:cNvPr id="32" name="Picture " descr="C:/Users/14A/AppData/Roaming/PolarisOffice/ETemp/12652_7322096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170" cy="471170"/>
            </a:xfrm>
            <a:prstGeom prst="rect"/>
            <a:noFill/>
          </p:spPr>
        </p:pic>
        <p:pic>
          <p:nvPicPr>
            <p:cNvPr id="34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770" cy="140970"/>
            </a:xfrm>
            <a:prstGeom prst="rect"/>
            <a:noFill/>
          </p:spPr>
        </p:pic>
        <p:pic>
          <p:nvPicPr>
            <p:cNvPr id="35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770" cy="140970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1014730"/>
            <a:ext cx="763905" cy="3067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03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863600"/>
            <a:ext cx="10833735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시퀀스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다이어그램(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마이페이지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)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pic>
        <p:nvPicPr>
          <p:cNvPr id="40" name="그림 8" descr="C:/Users/14A/AppData/Roaming/PolarisOffice/ETemp/12652_7322096/fImage26989214886500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24" t="1864" r="5965" b="69950"/>
          <a:stretch>
            <a:fillRect/>
          </a:stretch>
        </p:blipFill>
        <p:spPr>
          <a:xfrm rot="0">
            <a:off x="2285365" y="2145030"/>
            <a:ext cx="13511530" cy="716089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14A/AppData/Roaming/PolarisOffice/ETemp/12652_7322096/image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3" name="Picture " descr="C:/Users/14A/AppData/Roaming/PolarisOffice/ETemp/12652_7322096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0970" cy="9361170"/>
          </a:xfrm>
          <a:prstGeom prst="rect"/>
          <a:noFill/>
        </p:spPr>
      </p:pic>
      <p:pic>
        <p:nvPicPr>
          <p:cNvPr id="4" name="Picture " descr="C:/Users/14A/AppData/Roaming/PolarisOffice/ETemp/12652_7322096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24200"/>
            <a:ext cx="9349105" cy="16550005"/>
          </a:xfrm>
          <a:prstGeom prst="rect"/>
          <a:noFill/>
        </p:spPr>
      </p:pic>
      <p:pic>
        <p:nvPicPr>
          <p:cNvPr id="5" name="Picture " descr="C:/Users/14A/AppData/Roaming/PolarisOffice/ETemp/12652_7322096/image13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2570" cy="9564370"/>
          </a:xfrm>
          <a:prstGeom prst="rect"/>
          <a:noFill/>
        </p:spPr>
      </p:pic>
      <p:pic>
        <p:nvPicPr>
          <p:cNvPr id="7" name="Picture " descr="C:/Users/14A/AppData/Roaming/PolarisOffice/ETemp/12652_7322096/image1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004695"/>
            <a:ext cx="13526770" cy="13970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1870" cy="2096770"/>
            <a:chOff x="533400" y="1029335"/>
            <a:chExt cx="991870" cy="2096770"/>
          </a:xfrm>
        </p:grpSpPr>
        <p:pic>
          <p:nvPicPr>
            <p:cNvPr id="24" name="Picture " descr="C:/Users/14A/AppData/Roaming/PolarisOffice/ETemp/12652_7322096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170" cy="471170"/>
            </a:xfrm>
            <a:prstGeom prst="rect"/>
            <a:noFill/>
          </p:spPr>
        </p:pic>
        <p:pic>
          <p:nvPicPr>
            <p:cNvPr id="26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770" cy="140970"/>
            </a:xfrm>
            <a:prstGeom prst="rect"/>
            <a:noFill/>
          </p:spPr>
        </p:pic>
        <p:pic>
          <p:nvPicPr>
            <p:cNvPr id="27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770" cy="140970"/>
            </a:xfrm>
            <a:prstGeom prst="rect"/>
            <a:noFill/>
          </p:spPr>
        </p:pic>
        <p:pic>
          <p:nvPicPr>
            <p:cNvPr id="28" name="Picture " descr="C:/Users/14A/AppData/Roaming/PolarisOffice/ETemp/12652_7322096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170" cy="471170"/>
            </a:xfrm>
            <a:prstGeom prst="rect"/>
            <a:noFill/>
          </p:spPr>
        </p:pic>
        <p:pic>
          <p:nvPicPr>
            <p:cNvPr id="30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770" cy="140970"/>
            </a:xfrm>
            <a:prstGeom prst="rect"/>
            <a:noFill/>
          </p:spPr>
        </p:pic>
        <p:pic>
          <p:nvPicPr>
            <p:cNvPr id="31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770" cy="140970"/>
            </a:xfrm>
            <a:prstGeom prst="rect"/>
            <a:noFill/>
          </p:spPr>
        </p:pic>
        <p:pic>
          <p:nvPicPr>
            <p:cNvPr id="32" name="Picture " descr="C:/Users/14A/AppData/Roaming/PolarisOffice/ETemp/12652_7322096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170" cy="471170"/>
            </a:xfrm>
            <a:prstGeom prst="rect"/>
            <a:noFill/>
          </p:spPr>
        </p:pic>
        <p:pic>
          <p:nvPicPr>
            <p:cNvPr id="34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770" cy="140970"/>
            </a:xfrm>
            <a:prstGeom prst="rect"/>
            <a:noFill/>
          </p:spPr>
        </p:pic>
        <p:pic>
          <p:nvPicPr>
            <p:cNvPr id="35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770" cy="140970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1014730"/>
            <a:ext cx="763905" cy="3067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03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863600"/>
            <a:ext cx="10833735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시퀀스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다이어그램(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커뮤니티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)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pic>
        <p:nvPicPr>
          <p:cNvPr id="40" name="그림 27" descr="C:/Users/14A/AppData/Roaming/PolarisOffice/ETemp/12652_7322096/fImage35297515035724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20" t="38851" r="-793" b="33709"/>
          <a:stretch>
            <a:fillRect/>
          </a:stretch>
        </p:blipFill>
        <p:spPr>
          <a:xfrm rot="0">
            <a:off x="2387600" y="2007235"/>
            <a:ext cx="13482955" cy="732790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14A/AppData/Roaming/PolarisOffice/ETemp/12652_7322096/image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3" name="Picture " descr="C:/Users/14A/AppData/Roaming/PolarisOffice/ETemp/12652_7322096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0970" cy="9361170"/>
          </a:xfrm>
          <a:prstGeom prst="rect"/>
          <a:noFill/>
        </p:spPr>
      </p:pic>
      <p:pic>
        <p:nvPicPr>
          <p:cNvPr id="4" name="Picture " descr="C:/Users/14A/AppData/Roaming/PolarisOffice/ETemp/12652_7322096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24200"/>
            <a:ext cx="9349105" cy="16550005"/>
          </a:xfrm>
          <a:prstGeom prst="rect"/>
          <a:noFill/>
        </p:spPr>
      </p:pic>
      <p:pic>
        <p:nvPicPr>
          <p:cNvPr id="5" name="Picture " descr="C:/Users/14A/AppData/Roaming/PolarisOffice/ETemp/12652_7322096/image13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2570" cy="9564370"/>
          </a:xfrm>
          <a:prstGeom prst="rect"/>
          <a:noFill/>
        </p:spPr>
      </p:pic>
      <p:pic>
        <p:nvPicPr>
          <p:cNvPr id="7" name="Picture " descr="C:/Users/14A/AppData/Roaming/PolarisOffice/ETemp/12652_7322096/image1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004695"/>
            <a:ext cx="13526770" cy="13970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1870" cy="2096770"/>
            <a:chOff x="533400" y="1029335"/>
            <a:chExt cx="991870" cy="2096770"/>
          </a:xfrm>
        </p:grpSpPr>
        <p:pic>
          <p:nvPicPr>
            <p:cNvPr id="24" name="Picture " descr="C:/Users/14A/AppData/Roaming/PolarisOffice/ETemp/12652_7322096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170" cy="471170"/>
            </a:xfrm>
            <a:prstGeom prst="rect"/>
            <a:noFill/>
          </p:spPr>
        </p:pic>
        <p:pic>
          <p:nvPicPr>
            <p:cNvPr id="26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770" cy="140970"/>
            </a:xfrm>
            <a:prstGeom prst="rect"/>
            <a:noFill/>
          </p:spPr>
        </p:pic>
        <p:pic>
          <p:nvPicPr>
            <p:cNvPr id="27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770" cy="140970"/>
            </a:xfrm>
            <a:prstGeom prst="rect"/>
            <a:noFill/>
          </p:spPr>
        </p:pic>
        <p:pic>
          <p:nvPicPr>
            <p:cNvPr id="28" name="Picture " descr="C:/Users/14A/AppData/Roaming/PolarisOffice/ETemp/12652_7322096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170" cy="471170"/>
            </a:xfrm>
            <a:prstGeom prst="rect"/>
            <a:noFill/>
          </p:spPr>
        </p:pic>
        <p:pic>
          <p:nvPicPr>
            <p:cNvPr id="30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770" cy="140970"/>
            </a:xfrm>
            <a:prstGeom prst="rect"/>
            <a:noFill/>
          </p:spPr>
        </p:pic>
        <p:pic>
          <p:nvPicPr>
            <p:cNvPr id="31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770" cy="140970"/>
            </a:xfrm>
            <a:prstGeom prst="rect"/>
            <a:noFill/>
          </p:spPr>
        </p:pic>
        <p:pic>
          <p:nvPicPr>
            <p:cNvPr id="32" name="Picture " descr="C:/Users/14A/AppData/Roaming/PolarisOffice/ETemp/12652_7322096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170" cy="471170"/>
            </a:xfrm>
            <a:prstGeom prst="rect"/>
            <a:noFill/>
          </p:spPr>
        </p:pic>
        <p:pic>
          <p:nvPicPr>
            <p:cNvPr id="34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770" cy="140970"/>
            </a:xfrm>
            <a:prstGeom prst="rect"/>
            <a:noFill/>
          </p:spPr>
        </p:pic>
        <p:pic>
          <p:nvPicPr>
            <p:cNvPr id="35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770" cy="140970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1014730"/>
            <a:ext cx="763905" cy="3067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03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863600"/>
            <a:ext cx="10833735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시퀀스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다이어그램(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다이어리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)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pic>
        <p:nvPicPr>
          <p:cNvPr id="40" name="그림 24" descr="C:/Users/14A/AppData/Roaming/PolarisOffice/ETemp/12652_7322096/fImage35059715009169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57" t="38851" r="46787" b="33709"/>
          <a:stretch>
            <a:fillRect/>
          </a:stretch>
        </p:blipFill>
        <p:spPr>
          <a:xfrm rot="0">
            <a:off x="2405380" y="2022475"/>
            <a:ext cx="13508355" cy="72396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14A/AppData/Roaming/PolarisOffice/ETemp/12652_7322096/image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3" name="Picture " descr="C:/Users/14A/AppData/Roaming/PolarisOffice/ETemp/12652_7322096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0970" cy="9361170"/>
          </a:xfrm>
          <a:prstGeom prst="rect"/>
          <a:noFill/>
        </p:spPr>
      </p:pic>
      <p:pic>
        <p:nvPicPr>
          <p:cNvPr id="4" name="Picture " descr="C:/Users/14A/AppData/Roaming/PolarisOffice/ETemp/12652_7322096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24200"/>
            <a:ext cx="9349105" cy="16550005"/>
          </a:xfrm>
          <a:prstGeom prst="rect"/>
          <a:noFill/>
        </p:spPr>
      </p:pic>
      <p:pic>
        <p:nvPicPr>
          <p:cNvPr id="5" name="Picture " descr="C:/Users/14A/AppData/Roaming/PolarisOffice/ETemp/12652_7322096/image13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2570" cy="9564370"/>
          </a:xfrm>
          <a:prstGeom prst="rect"/>
          <a:noFill/>
        </p:spPr>
      </p:pic>
      <p:pic>
        <p:nvPicPr>
          <p:cNvPr id="7" name="Picture " descr="C:/Users/14A/AppData/Roaming/PolarisOffice/ETemp/12652_7322096/image1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004695"/>
            <a:ext cx="13526770" cy="13970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1870" cy="2096770"/>
            <a:chOff x="533400" y="1029335"/>
            <a:chExt cx="991870" cy="2096770"/>
          </a:xfrm>
        </p:grpSpPr>
        <p:pic>
          <p:nvPicPr>
            <p:cNvPr id="24" name="Picture " descr="C:/Users/14A/AppData/Roaming/PolarisOffice/ETemp/12652_7322096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170" cy="471170"/>
            </a:xfrm>
            <a:prstGeom prst="rect"/>
            <a:noFill/>
          </p:spPr>
        </p:pic>
        <p:pic>
          <p:nvPicPr>
            <p:cNvPr id="26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770" cy="140970"/>
            </a:xfrm>
            <a:prstGeom prst="rect"/>
            <a:noFill/>
          </p:spPr>
        </p:pic>
        <p:pic>
          <p:nvPicPr>
            <p:cNvPr id="27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770" cy="140970"/>
            </a:xfrm>
            <a:prstGeom prst="rect"/>
            <a:noFill/>
          </p:spPr>
        </p:pic>
        <p:pic>
          <p:nvPicPr>
            <p:cNvPr id="28" name="Picture " descr="C:/Users/14A/AppData/Roaming/PolarisOffice/ETemp/12652_7322096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170" cy="471170"/>
            </a:xfrm>
            <a:prstGeom prst="rect"/>
            <a:noFill/>
          </p:spPr>
        </p:pic>
        <p:pic>
          <p:nvPicPr>
            <p:cNvPr id="30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770" cy="140970"/>
            </a:xfrm>
            <a:prstGeom prst="rect"/>
            <a:noFill/>
          </p:spPr>
        </p:pic>
        <p:pic>
          <p:nvPicPr>
            <p:cNvPr id="31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770" cy="140970"/>
            </a:xfrm>
            <a:prstGeom prst="rect"/>
            <a:noFill/>
          </p:spPr>
        </p:pic>
        <p:pic>
          <p:nvPicPr>
            <p:cNvPr id="32" name="Picture " descr="C:/Users/14A/AppData/Roaming/PolarisOffice/ETemp/12652_7322096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170" cy="471170"/>
            </a:xfrm>
            <a:prstGeom prst="rect"/>
            <a:noFill/>
          </p:spPr>
        </p:pic>
        <p:pic>
          <p:nvPicPr>
            <p:cNvPr id="34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770" cy="140970"/>
            </a:xfrm>
            <a:prstGeom prst="rect"/>
            <a:noFill/>
          </p:spPr>
        </p:pic>
        <p:pic>
          <p:nvPicPr>
            <p:cNvPr id="35" name="Picture " descr="C:/Users/14A/AppData/Roaming/PolarisOffice/ETemp/12652_7322096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770" cy="140970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1014730"/>
            <a:ext cx="763905" cy="3067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03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863600"/>
            <a:ext cx="12417425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시퀀스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다이어그램(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플레이스/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뉴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스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)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pic>
        <p:nvPicPr>
          <p:cNvPr id="40" name="그림 25" descr="C:/Users/14A/AppData/Roaming/PolarisOffice/ETemp/12652_7322096/fImage35059715011478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0" t="74722" r="50984" b="-1660"/>
          <a:stretch>
            <a:fillRect/>
          </a:stretch>
        </p:blipFill>
        <p:spPr>
          <a:xfrm rot="0">
            <a:off x="2476500" y="2021840"/>
            <a:ext cx="13350240" cy="732790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14A/AppData/Roaming/PolarisOffice/ETemp/732_7651128/image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74700" y="469900"/>
            <a:ext cx="140335" cy="9360535"/>
          </a:xfrm>
          <a:prstGeom prst="rect"/>
          <a:noFill/>
        </p:spPr>
      </p:pic>
      <p:pic>
        <p:nvPicPr>
          <p:cNvPr id="3" name="Picture " descr="C:/Users/14A/AppData/Roaming/PolarisOffice/ETemp/732_7651128/image2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9740" cy="16550640"/>
          </a:xfrm>
          <a:prstGeom prst="rect"/>
          <a:solidFill>
            <a:srgbClr val="FFFFFF"/>
          </a:solidFill>
        </p:spPr>
      </p:pic>
      <p:grpSp>
        <p:nvGrpSpPr>
          <p:cNvPr id="37" name="Group 5"/>
          <p:cNvGrpSpPr>
            <a:grpSpLocks/>
          </p:cNvGrpSpPr>
          <p:nvPr/>
        </p:nvGrpSpPr>
        <p:grpSpPr>
          <a:xfrm rot="0">
            <a:off x="533400" y="1029335"/>
            <a:ext cx="991870" cy="2096770"/>
            <a:chOff x="533400" y="1029335"/>
            <a:chExt cx="991870" cy="2096770"/>
          </a:xfrm>
        </p:grpSpPr>
        <p:pic>
          <p:nvPicPr>
            <p:cNvPr id="5" name="Picture " descr="C:/Users/14A/AppData/Roaming/PolarisOffice/ETemp/732_7651128/image3.png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170" cy="471170"/>
            </a:xfrm>
            <a:prstGeom prst="rect"/>
            <a:noFill/>
          </p:spPr>
        </p:pic>
        <p:pic>
          <p:nvPicPr>
            <p:cNvPr id="7" name="Picture " descr="C:/Users/14A/AppData/Roaming/PolarisOffice/ETemp/732_7651128/image4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770" cy="140970"/>
            </a:xfrm>
            <a:prstGeom prst="rect"/>
            <a:noFill/>
          </p:spPr>
        </p:pic>
        <p:pic>
          <p:nvPicPr>
            <p:cNvPr id="8" name="Picture " descr="C:/Users/14A/AppData/Roaming/PolarisOffice/ETemp/732_7651128/image4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770" cy="140970"/>
            </a:xfrm>
            <a:prstGeom prst="rect"/>
            <a:noFill/>
          </p:spPr>
        </p:pic>
        <p:pic>
          <p:nvPicPr>
            <p:cNvPr id="9" name="Picture " descr="C:/Users/14A/AppData/Roaming/PolarisOffice/ETemp/732_7651128/image3.png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170" cy="471170"/>
            </a:xfrm>
            <a:prstGeom prst="rect"/>
            <a:noFill/>
          </p:spPr>
        </p:pic>
        <p:pic>
          <p:nvPicPr>
            <p:cNvPr id="11" name="Picture " descr="C:/Users/14A/AppData/Roaming/PolarisOffice/ETemp/732_7651128/image4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770" cy="140970"/>
            </a:xfrm>
            <a:prstGeom prst="rect"/>
            <a:noFill/>
          </p:spPr>
        </p:pic>
        <p:pic>
          <p:nvPicPr>
            <p:cNvPr id="12" name="Picture " descr="C:/Users/14A/AppData/Roaming/PolarisOffice/ETemp/732_7651128/image4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770" cy="140970"/>
            </a:xfrm>
            <a:prstGeom prst="rect"/>
            <a:noFill/>
          </p:spPr>
        </p:pic>
        <p:pic>
          <p:nvPicPr>
            <p:cNvPr id="13" name="Picture " descr="C:/Users/14A/AppData/Roaming/PolarisOffice/ETemp/732_7651128/image3.png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170" cy="471170"/>
            </a:xfrm>
            <a:prstGeom prst="rect"/>
            <a:noFill/>
          </p:spPr>
        </p:pic>
        <p:pic>
          <p:nvPicPr>
            <p:cNvPr id="15" name="Picture " descr="C:/Users/14A/AppData/Roaming/PolarisOffice/ETemp/732_7651128/image4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770" cy="140970"/>
            </a:xfrm>
            <a:prstGeom prst="rect"/>
            <a:noFill/>
          </p:spPr>
        </p:pic>
        <p:pic>
          <p:nvPicPr>
            <p:cNvPr id="16" name="Picture " descr="C:/Users/14A/AppData/Roaming/PolarisOffice/ETemp/732_7651128/image4.png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770" cy="140970"/>
            </a:xfrm>
            <a:prstGeom prst="rect"/>
            <a:noFill/>
          </p:spPr>
        </p:pic>
      </p:grpSp>
      <p:pic>
        <p:nvPicPr>
          <p:cNvPr id="17" name="Picture " descr="C:/Users/14A/AppData/Roaming/PolarisOffice/ETemp/732_7651128/image5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19" name="Picture " descr="C:/Users/14A/AppData/Roaming/PolarisOffice/ETemp/732_7651128/image6.png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357600" y="368300"/>
            <a:ext cx="395605" cy="9565005"/>
          </a:xfrm>
          <a:prstGeom prst="rect"/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bg1">
                <a:alpha val="100000"/>
              </a:schemeClr>
            </a:solidFill>
            <a:prstDash val="solid"/>
            <a:round/>
          </a:ln>
        </p:spPr>
      </p:pic>
      <p:pic>
        <p:nvPicPr>
          <p:cNvPr id="21" name="Picture " descr="C:/Users/14A/AppData/Roaming/PolarisOffice/ETemp/732_7651128/image7.png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042160" y="5385435"/>
            <a:ext cx="13908405" cy="14605"/>
          </a:xfrm>
          <a:prstGeom prst="rect"/>
          <a:noFill/>
          <a:effectLst>
            <a:outerShdw sx="100000" sy="100000" blurRad="3" dist="1649" dir="2700000" rotWithShape="1">
              <a:srgbClr val="262713">
                <a:alpha val="49019"/>
              </a:srgbClr>
            </a:outerShdw>
          </a:effectLst>
        </p:spPr>
      </p:pic>
      <p:sp>
        <p:nvSpPr>
          <p:cNvPr id="36" name="Rect 0"/>
          <p:cNvSpPr txBox="1">
            <a:spLocks/>
          </p:cNvSpPr>
          <p:nvPr/>
        </p:nvSpPr>
        <p:spPr>
          <a:xfrm rot="0">
            <a:off x="1965960" y="4124325"/>
            <a:ext cx="3767455" cy="1196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ctr">
              <a:lnSpc>
                <a:spcPct val="124499"/>
              </a:lnSpc>
              <a:buFontTx/>
              <a:buNone/>
            </a:pPr>
            <a:r>
              <a:rPr lang="ko-KR" sz="4000" i="0" b="0" strike="noStrike">
                <a:solidFill>
                  <a:srgbClr val="677D6A"/>
                </a:solidFill>
                <a:latin typeface="SB AggroOTF Medium" charset="0"/>
              </a:rPr>
              <a:t>C</a:t>
            </a:r>
            <a:r>
              <a:rPr lang="ko-KR" sz="4000" i="0" b="0" strike="noStrike">
                <a:solidFill>
                  <a:srgbClr val="677D6A"/>
                </a:solidFill>
                <a:latin typeface="SB AggroOTF Medium" charset="0"/>
              </a:rPr>
              <a:t>hapter</a:t>
            </a:r>
            <a:r>
              <a:rPr lang="ko-KR" sz="4000" i="0" b="0" strike="noStrike">
                <a:solidFill>
                  <a:srgbClr val="677D6A"/>
                </a:solidFill>
                <a:latin typeface="SB AggroOTF Medium" charset="0"/>
              </a:rPr>
              <a:t>4</a:t>
            </a:r>
            <a:endParaRPr lang="ko-KR" altLang="en-US" sz="4000" i="0" b="0" strike="noStrike">
              <a:solidFill>
                <a:srgbClr val="677D6A"/>
              </a:solidFill>
              <a:latin typeface="SB AggroOTF Medium" charset="0"/>
            </a:endParaRPr>
          </a:p>
        </p:txBody>
      </p:sp>
      <p:sp>
        <p:nvSpPr>
          <p:cNvPr id="39" name="Rect 0"/>
          <p:cNvSpPr txBox="1">
            <a:spLocks/>
          </p:cNvSpPr>
          <p:nvPr/>
        </p:nvSpPr>
        <p:spPr>
          <a:xfrm rot="0">
            <a:off x="5810250" y="4114800"/>
            <a:ext cx="10446385" cy="11195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500" i="0" b="0" strike="noStrike">
                <a:solidFill>
                  <a:srgbClr val="677D6A"/>
                </a:solidFill>
                <a:ea typeface="SB AggroOTF Medium" charset="0"/>
              </a:rPr>
              <a:t>프로젝트 </a:t>
            </a:r>
            <a:r>
              <a:rPr lang="ko-KR" sz="6500" i="0" b="0" strike="noStrike">
                <a:solidFill>
                  <a:srgbClr val="677D6A"/>
                </a:solidFill>
                <a:ea typeface="SB AggroOTF Medium" charset="0"/>
              </a:rPr>
              <a:t>결과</a:t>
            </a:r>
            <a:endParaRPr lang="ko-KR" altLang="en-US" sz="65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6435" cy="1207135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74700" y="469900"/>
            <a:ext cx="140335" cy="9360535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45000" y="-3111500"/>
            <a:ext cx="9348470" cy="1654937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6891000" y="368300"/>
            <a:ext cx="241935" cy="9563735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513330"/>
            <a:ext cx="13527405" cy="14605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1870" cy="2096770"/>
            <a:chOff x="533400" y="1029335"/>
            <a:chExt cx="991870" cy="2096770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170" cy="471170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770" cy="140970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770" cy="140970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170" cy="471170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770" cy="140970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770" cy="140970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170" cy="471170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770" cy="140970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770" cy="140970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1573530"/>
            <a:ext cx="763905" cy="3067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4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1421130"/>
            <a:ext cx="7393940" cy="11201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프로젝트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결과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graphicFrame>
        <p:nvGraphicFramePr>
          <p:cNvPr id="41" name="표 6"/>
          <p:cNvGraphicFramePr>
            <a:graphicFrameLocks noGrp="1"/>
          </p:cNvGraphicFramePr>
          <p:nvPr/>
        </p:nvGraphicFramePr>
        <p:xfrm>
          <a:off x="10869295" y="2676525"/>
          <a:ext cx="5055870" cy="62763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059815"/>
                <a:gridCol w="3996055"/>
              </a:tblGrid>
              <a:tr h="42164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시스템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물 종합정보 서비스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화면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메인페이지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코드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00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0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타입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JSP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 gridSpan="2"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설명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#1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회원가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#2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로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그인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#3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반려동물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다이어리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#4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커뮤니티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#5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플레이스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#6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뉴스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2" name="그림 12"/>
          <p:cNvPicPr>
            <a:picLocks noChangeAspect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788795" y="2778125"/>
            <a:ext cx="8686800" cy="5754370"/>
          </a:xfrm>
          <a:prstGeom prst="rect"/>
          <a:noFill/>
        </p:spPr>
      </p:pic>
      <p:sp>
        <p:nvSpPr>
          <p:cNvPr id="43" name="도형 2"/>
          <p:cNvSpPr>
            <a:spLocks/>
          </p:cNvSpPr>
          <p:nvPr/>
        </p:nvSpPr>
        <p:spPr>
          <a:xfrm rot="0">
            <a:off x="7432040" y="6257290"/>
            <a:ext cx="383540" cy="409575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5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5"/>
          <p:cNvSpPr>
            <a:spLocks/>
          </p:cNvSpPr>
          <p:nvPr/>
        </p:nvSpPr>
        <p:spPr>
          <a:xfrm rot="0">
            <a:off x="10006965" y="2523490"/>
            <a:ext cx="383540" cy="409575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1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도형 6"/>
          <p:cNvSpPr>
            <a:spLocks/>
          </p:cNvSpPr>
          <p:nvPr/>
        </p:nvSpPr>
        <p:spPr>
          <a:xfrm rot="0">
            <a:off x="3128645" y="6257290"/>
            <a:ext cx="383540" cy="396875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6" name="도형 7"/>
          <p:cNvSpPr>
            <a:spLocks/>
          </p:cNvSpPr>
          <p:nvPr/>
        </p:nvSpPr>
        <p:spPr>
          <a:xfrm rot="0">
            <a:off x="5248275" y="6244590"/>
            <a:ext cx="383540" cy="409575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4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7" name="도형 8"/>
          <p:cNvSpPr>
            <a:spLocks/>
          </p:cNvSpPr>
          <p:nvPr/>
        </p:nvSpPr>
        <p:spPr>
          <a:xfrm rot="0">
            <a:off x="8568690" y="2579370"/>
            <a:ext cx="383540" cy="409575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8" name="도형 9"/>
          <p:cNvSpPr>
            <a:spLocks/>
          </p:cNvSpPr>
          <p:nvPr/>
        </p:nvSpPr>
        <p:spPr>
          <a:xfrm rot="0">
            <a:off x="9547225" y="6252210"/>
            <a:ext cx="383540" cy="409575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6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0970" cy="9361170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8470" cy="1654937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2570" cy="9564370"/>
          </a:xfrm>
          <a:prstGeom prst="rect"/>
          <a:noFill/>
        </p:spPr>
      </p:pic>
      <p:pic>
        <p:nvPicPr>
          <p:cNvPr id="7" name="Picture " descr="C:/Users/14A/AppData/Roaming/PolarisOffice/ETemp/11076_19435944/image1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106930"/>
            <a:ext cx="13528040" cy="15240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2505" cy="2097405"/>
            <a:chOff x="533400" y="1029335"/>
            <a:chExt cx="992505" cy="2097405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805" cy="471805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7405" cy="141605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7405" cy="141605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805" cy="471805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7405" cy="141605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7405" cy="141605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805" cy="471805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7405" cy="141605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7405" cy="141605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1065530"/>
            <a:ext cx="765175" cy="307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4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913130"/>
            <a:ext cx="7394575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프로젝트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결과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10946130" y="3134360"/>
          <a:ext cx="5055870" cy="334899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059815"/>
                <a:gridCol w="3996055"/>
              </a:tblGrid>
              <a:tr h="42164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시스템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물 종합정보 서비스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화면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회원가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입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/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로그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인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코드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001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타입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JSP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 gridSpan="2"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설명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#1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회원가입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2" name="그림 2" descr="C:/Users/14A/AppData/Roaming/PolarisOffice/ETemp/11076_19435944/fImage38585125341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98955" y="2205355"/>
            <a:ext cx="8710930" cy="696404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0970" cy="9361170"/>
          </a:xfrm>
          <a:prstGeom prst="rect"/>
          <a:noFill/>
        </p:spPr>
      </p:pic>
      <p:pic>
        <p:nvPicPr>
          <p:cNvPr id="4" name="Picture " descr="C:/Users/14A/AppData/Roaming/PolarisOffice/ETemp/11076_19435944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24200"/>
            <a:ext cx="9349740" cy="1655064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2570" cy="9564370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894330"/>
            <a:ext cx="13528040" cy="15240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2505" cy="2097405"/>
            <a:chOff x="533400" y="1029335"/>
            <a:chExt cx="992505" cy="2097405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805" cy="471805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7405" cy="141605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7405" cy="141605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805" cy="471805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7405" cy="141605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7405" cy="141605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805" cy="471805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7405" cy="141605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7405" cy="141605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1573530"/>
            <a:ext cx="764540" cy="3073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4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1421130"/>
            <a:ext cx="7393940" cy="11201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프로젝트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결과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10869295" y="3044825"/>
          <a:ext cx="5055870" cy="4598035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059815"/>
                <a:gridCol w="3996055"/>
              </a:tblGrid>
              <a:tr h="49974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시스템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물 종합정보 서비스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화면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로그인/로그아웃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코드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00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2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타입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JSP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 gridSpan="2"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설명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#1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로그인 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#2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회원가입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페이지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로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이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동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#3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로고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클릭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시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메인페이지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로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이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동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2" name="그림 53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559050" y="3227705"/>
            <a:ext cx="7517765" cy="5996305"/>
          </a:xfrm>
          <a:prstGeom prst="rect"/>
          <a:noFill/>
        </p:spPr>
      </p:pic>
      <p:sp>
        <p:nvSpPr>
          <p:cNvPr id="43" name="도형 54"/>
          <p:cNvSpPr>
            <a:spLocks/>
          </p:cNvSpPr>
          <p:nvPr/>
        </p:nvSpPr>
        <p:spPr>
          <a:xfrm rot="0">
            <a:off x="8047990" y="5521325"/>
            <a:ext cx="384175" cy="41021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5"/>
          <p:cNvSpPr>
            <a:spLocks/>
          </p:cNvSpPr>
          <p:nvPr/>
        </p:nvSpPr>
        <p:spPr>
          <a:xfrm rot="0">
            <a:off x="9766935" y="5516245"/>
            <a:ext cx="384175" cy="41021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1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도형 6"/>
          <p:cNvSpPr>
            <a:spLocks/>
          </p:cNvSpPr>
          <p:nvPr/>
        </p:nvSpPr>
        <p:spPr>
          <a:xfrm rot="0">
            <a:off x="2199005" y="3477895"/>
            <a:ext cx="384175" cy="41021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14A/AppData/Roaming/PolarisOffice/ETemp/11076_19435944/image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705" cy="1208405"/>
          </a:xfrm>
          <a:prstGeom prst="rect"/>
          <a:noFill/>
        </p:spPr>
      </p:pic>
      <p:pic>
        <p:nvPicPr>
          <p:cNvPr id="3" name="Picture " descr="C:/Users/14A/AppData/Roaming/PolarisOffice/ETemp/11076_19435944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1605" cy="9361805"/>
          </a:xfrm>
          <a:prstGeom prst="rect"/>
          <a:noFill/>
        </p:spPr>
      </p:pic>
      <p:pic>
        <p:nvPicPr>
          <p:cNvPr id="4" name="Picture " descr="C:/Users/14A/AppData/Roaming/PolarisOffice/ETemp/11076_19435944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9105" cy="16550005"/>
          </a:xfrm>
          <a:prstGeom prst="rect"/>
          <a:noFill/>
        </p:spPr>
      </p:pic>
      <p:pic>
        <p:nvPicPr>
          <p:cNvPr id="5" name="Picture " descr="C:/Users/14A/AppData/Roaming/PolarisOffice/ETemp/11076_19435944/image13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3205" cy="9565005"/>
          </a:xfrm>
          <a:prstGeom prst="rect"/>
          <a:noFill/>
        </p:spPr>
      </p:pic>
      <p:pic>
        <p:nvPicPr>
          <p:cNvPr id="7" name="Picture " descr="C:/Users/14A/AppData/Roaming/PolarisOffice/ETemp/11076_19435944/image1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1979930"/>
            <a:ext cx="13528675" cy="15875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3140" cy="2098040"/>
            <a:chOff x="533400" y="1029335"/>
            <a:chExt cx="993140" cy="2098040"/>
          </a:xfrm>
        </p:grpSpPr>
        <p:pic>
          <p:nvPicPr>
            <p:cNvPr id="24" name="Picture " descr="C:/Users/14A/AppData/Roaming/PolarisOffice/ETemp/11076_19435944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2440" cy="472440"/>
            </a:xfrm>
            <a:prstGeom prst="rect"/>
            <a:noFill/>
          </p:spPr>
        </p:pic>
        <p:pic>
          <p:nvPicPr>
            <p:cNvPr id="26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8040" cy="142240"/>
            </a:xfrm>
            <a:prstGeom prst="rect"/>
            <a:noFill/>
          </p:spPr>
        </p:pic>
        <p:pic>
          <p:nvPicPr>
            <p:cNvPr id="27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8040" cy="142240"/>
            </a:xfrm>
            <a:prstGeom prst="rect"/>
            <a:noFill/>
          </p:spPr>
        </p:pic>
        <p:pic>
          <p:nvPicPr>
            <p:cNvPr id="28" name="Picture " descr="C:/Users/14A/AppData/Roaming/PolarisOffice/ETemp/11076_19435944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2440" cy="472440"/>
            </a:xfrm>
            <a:prstGeom prst="rect"/>
            <a:noFill/>
          </p:spPr>
        </p:pic>
        <p:pic>
          <p:nvPicPr>
            <p:cNvPr id="30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8040" cy="142240"/>
            </a:xfrm>
            <a:prstGeom prst="rect"/>
            <a:noFill/>
          </p:spPr>
        </p:pic>
        <p:pic>
          <p:nvPicPr>
            <p:cNvPr id="31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8040" cy="142240"/>
            </a:xfrm>
            <a:prstGeom prst="rect"/>
            <a:noFill/>
          </p:spPr>
        </p:pic>
        <p:pic>
          <p:nvPicPr>
            <p:cNvPr id="32" name="Picture " descr="C:/Users/14A/AppData/Roaming/PolarisOffice/ETemp/11076_19435944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2440" cy="472440"/>
            </a:xfrm>
            <a:prstGeom prst="rect"/>
            <a:noFill/>
          </p:spPr>
        </p:pic>
        <p:pic>
          <p:nvPicPr>
            <p:cNvPr id="34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8040" cy="142240"/>
            </a:xfrm>
            <a:prstGeom prst="rect"/>
            <a:noFill/>
          </p:spPr>
        </p:pic>
        <p:pic>
          <p:nvPicPr>
            <p:cNvPr id="35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8040" cy="142240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963930"/>
            <a:ext cx="765810" cy="30861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4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811530"/>
            <a:ext cx="7395210" cy="112141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프로젝트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결과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10869295" y="2320925"/>
          <a:ext cx="5055870" cy="629031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059815"/>
                <a:gridCol w="3996055"/>
              </a:tblGrid>
              <a:tr h="61468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시스템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물 종합정보 서비스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99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화면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다이어리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99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코드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00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3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99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타입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JSP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995">
                <a:tc gridSpan="2"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설명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72199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#1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캘린더 설정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99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#2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산책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/급여/건강/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체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중/기타(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메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모)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 기록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99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#3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다이어리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상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세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보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66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#4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삭제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45" name="그룹 108"/>
          <p:cNvGrpSpPr>
            <a:grpSpLocks/>
          </p:cNvGrpSpPr>
          <p:nvPr/>
        </p:nvGrpSpPr>
        <p:grpSpPr>
          <a:xfrm rot="0">
            <a:off x="1837055" y="2063115"/>
            <a:ext cx="5434330" cy="5150485"/>
            <a:chOff x="1837055" y="2063115"/>
            <a:chExt cx="5434330" cy="5150485"/>
          </a:xfrm>
        </p:grpSpPr>
        <p:pic>
          <p:nvPicPr>
            <p:cNvPr id="42" name="Picture " descr="C:/Users/14A/AppData/Roaming/PolarisOffice/ETemp/11076_19435944/fImage5113012386334.png"/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837055" y="2063115"/>
              <a:ext cx="5434330" cy="5150485"/>
            </a:xfrm>
            <a:prstGeom prst="rect"/>
            <a:noFill/>
          </p:spPr>
        </p:pic>
        <p:sp>
          <p:nvSpPr>
            <p:cNvPr id="43" name="도형 103"/>
            <p:cNvSpPr>
              <a:spLocks/>
            </p:cNvSpPr>
            <p:nvPr/>
          </p:nvSpPr>
          <p:spPr>
            <a:xfrm rot="0">
              <a:off x="2024380" y="2645410"/>
              <a:ext cx="246380" cy="313690"/>
            </a:xfrm>
            <a:prstGeom prst="ellipse"/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hangingPunct="1">
                <a:buFontTx/>
                <a:buNone/>
              </a:pPr>
              <a:r>
                <a:rPr lang="ko-KR" sz="1800">
                  <a:solidFill>
                    <a:srgbClr val="FF0000"/>
                  </a:solidFill>
                  <a:latin typeface="맑은 고딕" charset="0"/>
                  <a:ea typeface="맑은 고딕" charset="0"/>
                </a:rPr>
                <a:t>1</a:t>
              </a:r>
              <a:endParaRPr lang="ko-KR" altLang="en-US" sz="1800">
                <a:solidFill>
                  <a:srgbClr val="FF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44" name="도형 104"/>
            <p:cNvSpPr>
              <a:spLocks/>
            </p:cNvSpPr>
            <p:nvPr/>
          </p:nvSpPr>
          <p:spPr>
            <a:xfrm rot="0">
              <a:off x="2054225" y="6823710"/>
              <a:ext cx="246380" cy="313690"/>
            </a:xfrm>
            <a:prstGeom prst="ellipse"/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hangingPunct="1">
                <a:buFontTx/>
                <a:buNone/>
              </a:pPr>
              <a:r>
                <a:rPr lang="ko-KR" sz="1800">
                  <a:solidFill>
                    <a:srgbClr val="FF0000"/>
                  </a:solidFill>
                  <a:latin typeface="맑은 고딕" charset="0"/>
                  <a:ea typeface="맑은 고딕" charset="0"/>
                </a:rPr>
                <a:t>2</a:t>
              </a:r>
              <a:endParaRPr lang="ko-KR" altLang="en-US" sz="1800">
                <a:solidFill>
                  <a:srgbClr val="FF0000"/>
                </a:solidFill>
                <a:latin typeface="맑은 고딕" charset="0"/>
                <a:ea typeface="맑은 고딕" charset="0"/>
              </a:endParaRPr>
            </a:p>
          </p:txBody>
        </p:sp>
      </p:grpSp>
      <p:pic>
        <p:nvPicPr>
          <p:cNvPr id="46" name="그림 109" descr="C:/Users/14A/AppData/Roaming/PolarisOffice/ETemp/11076_19435944/fImage1379715168467.png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975735" y="7447280"/>
            <a:ext cx="6247130" cy="1776095"/>
          </a:xfrm>
          <a:prstGeom prst="rect"/>
          <a:noFill/>
        </p:spPr>
      </p:pic>
      <p:sp>
        <p:nvSpPr>
          <p:cNvPr id="47" name="도형 110"/>
          <p:cNvSpPr>
            <a:spLocks/>
          </p:cNvSpPr>
          <p:nvPr/>
        </p:nvSpPr>
        <p:spPr>
          <a:xfrm rot="0">
            <a:off x="5045075" y="8530590"/>
            <a:ext cx="384175" cy="41021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0970" cy="9361170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8470" cy="1654937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2570" cy="9564370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1979930"/>
            <a:ext cx="13528040" cy="15240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2505" cy="2097405"/>
            <a:chOff x="533400" y="1029335"/>
            <a:chExt cx="992505" cy="2097405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805" cy="471805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7405" cy="141605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7405" cy="141605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805" cy="471805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7405" cy="141605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7405" cy="141605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805" cy="471805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7405" cy="141605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7405" cy="141605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963930"/>
            <a:ext cx="765175" cy="307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4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811530"/>
            <a:ext cx="7394575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프로젝트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결과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10869295" y="2320925"/>
          <a:ext cx="5055870" cy="682625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059815"/>
                <a:gridCol w="3996055"/>
              </a:tblGrid>
              <a:tr h="65786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시스템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물 종합정보 서비스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279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화면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다이어리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279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코드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00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3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279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타입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JSP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2795">
                <a:tc gridSpan="2"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설명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77279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#1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캘린더 설정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279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#2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산책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/급여/건강/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체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중/기타(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메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모)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 기록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279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#3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다이어리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상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세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보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#4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삭제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46" name="그룹 111"/>
          <p:cNvGrpSpPr>
            <a:grpSpLocks/>
          </p:cNvGrpSpPr>
          <p:nvPr/>
        </p:nvGrpSpPr>
        <p:grpSpPr>
          <a:xfrm rot="0">
            <a:off x="2387600" y="2220595"/>
            <a:ext cx="7693660" cy="7084060"/>
            <a:chOff x="2387600" y="2220595"/>
            <a:chExt cx="7693660" cy="7084060"/>
          </a:xfrm>
        </p:grpSpPr>
        <p:pic>
          <p:nvPicPr>
            <p:cNvPr id="43" name="그림 11" descr="C:/Users/14A/AppData/Roaming/PolarisOffice/ETemp/11076_19435944/fImage2554612396500.png"/>
            <p:cNvPicPr>
              <a:picLocks noChangeAspect="1"/>
            </p:cNvPicPr>
            <p:nvPr/>
          </p:nvPicPr>
          <p:blipFill rotWithShape="1"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2387600" y="2220595"/>
              <a:ext cx="7693660" cy="7084060"/>
            </a:xfrm>
            <a:prstGeom prst="rect"/>
            <a:noFill/>
          </p:spPr>
        </p:pic>
        <p:sp>
          <p:nvSpPr>
            <p:cNvPr id="44" name="도형 105"/>
            <p:cNvSpPr>
              <a:spLocks/>
            </p:cNvSpPr>
            <p:nvPr/>
          </p:nvSpPr>
          <p:spPr>
            <a:xfrm rot="0">
              <a:off x="4804410" y="8488680"/>
              <a:ext cx="556260" cy="604520"/>
            </a:xfrm>
            <a:prstGeom prst="ellipse"/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hangingPunct="1">
                <a:buFontTx/>
                <a:buNone/>
              </a:pPr>
              <a:r>
                <a:rPr lang="ko-KR" sz="1800">
                  <a:solidFill>
                    <a:srgbClr val="FF0000"/>
                  </a:solidFill>
                  <a:latin typeface="맑은 고딕" charset="0"/>
                  <a:ea typeface="맑은 고딕" charset="0"/>
                </a:rPr>
                <a:t>4</a:t>
              </a:r>
              <a:endParaRPr lang="ko-KR" altLang="en-US" sz="1800">
                <a:solidFill>
                  <a:srgbClr val="FF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45" name="도형 106"/>
            <p:cNvSpPr>
              <a:spLocks/>
            </p:cNvSpPr>
            <p:nvPr/>
          </p:nvSpPr>
          <p:spPr>
            <a:xfrm rot="0">
              <a:off x="7041515" y="8488680"/>
              <a:ext cx="556260" cy="604520"/>
            </a:xfrm>
            <a:prstGeom prst="ellipse"/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hangingPunct="1">
                <a:buFontTx/>
                <a:buNone/>
              </a:pPr>
              <a:r>
                <a:rPr lang="ko-KR" sz="1800">
                  <a:solidFill>
                    <a:srgbClr val="FF0000"/>
                  </a:solidFill>
                  <a:latin typeface="맑은 고딕" charset="0"/>
                  <a:ea typeface="맑은 고딕" charset="0"/>
                </a:rPr>
                <a:t>5</a:t>
              </a:r>
              <a:endParaRPr lang="ko-KR" altLang="en-US" sz="1800">
                <a:solidFill>
                  <a:srgbClr val="FF0000"/>
                </a:solidFill>
                <a:latin typeface="맑은 고딕" charset="0"/>
                <a:ea typeface="맑은 고딕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0970" cy="9361170"/>
          </a:xfrm>
          <a:prstGeom prst="rect"/>
          <a:noFill/>
        </p:spPr>
      </p:pic>
      <p:pic>
        <p:nvPicPr>
          <p:cNvPr id="4" name="Picture " descr="C:/Users/14A/AppData/Roaming/PolarisOffice/ETemp/11076_19435944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1035" y="-3134995"/>
            <a:ext cx="9349105" cy="16550005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2570" cy="9564370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894330"/>
            <a:ext cx="13527405" cy="14605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2505" cy="2097405"/>
            <a:chOff x="533400" y="1029335"/>
            <a:chExt cx="992505" cy="2097405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805" cy="471805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7405" cy="141605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7405" cy="141605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805" cy="471805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7405" cy="141605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7405" cy="141605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805" cy="471805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7405" cy="141605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7405" cy="141605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1573530"/>
            <a:ext cx="764540" cy="3073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4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1421130"/>
            <a:ext cx="7393940" cy="11201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프로젝트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결과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10869295" y="3044825"/>
          <a:ext cx="5055870" cy="63500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059815"/>
                <a:gridCol w="3996055"/>
              </a:tblGrid>
              <a:tr h="49974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시스템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물 종합정보 서비스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화면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게시판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코드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00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4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타입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JSP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 gridSpan="2"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설명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58102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#1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글쓰기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 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#2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검색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필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터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 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#3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검색 입력 기능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#4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검색 수행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 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#5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글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내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용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출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력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 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#6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페이징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처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리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 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2" name="그림 22" descr="C:/Users/14A/AppData/Roaming/PolarisOffice/ETemp/11076_19435944/fImage29569814296334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512060" y="3226435"/>
            <a:ext cx="6924675" cy="6000750"/>
          </a:xfrm>
          <a:prstGeom prst="rect"/>
          <a:noFill/>
        </p:spPr>
      </p:pic>
      <p:sp>
        <p:nvSpPr>
          <p:cNvPr id="48" name="도형 70"/>
          <p:cNvSpPr>
            <a:spLocks/>
          </p:cNvSpPr>
          <p:nvPr/>
        </p:nvSpPr>
        <p:spPr>
          <a:xfrm rot="0">
            <a:off x="8758555" y="3757930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1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9" name="도형 71"/>
          <p:cNvSpPr>
            <a:spLocks/>
          </p:cNvSpPr>
          <p:nvPr/>
        </p:nvSpPr>
        <p:spPr>
          <a:xfrm rot="0">
            <a:off x="7467600" y="4064635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0" name="도형 72"/>
          <p:cNvSpPr>
            <a:spLocks/>
          </p:cNvSpPr>
          <p:nvPr/>
        </p:nvSpPr>
        <p:spPr>
          <a:xfrm rot="0">
            <a:off x="8166100" y="4064635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1" name="도형 73"/>
          <p:cNvSpPr>
            <a:spLocks/>
          </p:cNvSpPr>
          <p:nvPr/>
        </p:nvSpPr>
        <p:spPr>
          <a:xfrm rot="0">
            <a:off x="8780145" y="4064635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4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2" name="도형 74"/>
          <p:cNvSpPr>
            <a:spLocks/>
          </p:cNvSpPr>
          <p:nvPr/>
        </p:nvSpPr>
        <p:spPr>
          <a:xfrm rot="0">
            <a:off x="2599690" y="4392930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5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3" name="도형 75"/>
          <p:cNvSpPr>
            <a:spLocks/>
          </p:cNvSpPr>
          <p:nvPr/>
        </p:nvSpPr>
        <p:spPr>
          <a:xfrm rot="0">
            <a:off x="5584190" y="9007475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6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14A/AppData/Roaming/PolarisOffice/ETemp/11076_19435944/image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705" cy="1208405"/>
          </a:xfrm>
          <a:prstGeom prst="rect"/>
          <a:noFill/>
        </p:spPr>
      </p:pic>
      <p:pic>
        <p:nvPicPr>
          <p:cNvPr id="3" name="Picture " descr="C:/Users/14A/AppData/Roaming/PolarisOffice/ETemp/11076_19435944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1605" cy="9361805"/>
          </a:xfrm>
          <a:prstGeom prst="rect"/>
          <a:noFill/>
        </p:spPr>
      </p:pic>
      <p:pic>
        <p:nvPicPr>
          <p:cNvPr id="4" name="Picture " descr="C:/Users/14A/AppData/Roaming/PolarisOffice/ETemp/11076_19435944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9105" cy="16550005"/>
          </a:xfrm>
          <a:prstGeom prst="rect"/>
          <a:noFill/>
        </p:spPr>
      </p:pic>
      <p:pic>
        <p:nvPicPr>
          <p:cNvPr id="5" name="Picture " descr="C:/Users/14A/AppData/Roaming/PolarisOffice/ETemp/11076_19435944/image13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3205" cy="9565005"/>
          </a:xfrm>
          <a:prstGeom prst="rect"/>
          <a:noFill/>
        </p:spPr>
      </p:pic>
      <p:pic>
        <p:nvPicPr>
          <p:cNvPr id="7" name="Picture " descr="C:/Users/14A/AppData/Roaming/PolarisOffice/ETemp/11076_19435944/image1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894330"/>
            <a:ext cx="13528040" cy="15240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3140" cy="2098040"/>
            <a:chOff x="533400" y="1029335"/>
            <a:chExt cx="993140" cy="2098040"/>
          </a:xfrm>
        </p:grpSpPr>
        <p:pic>
          <p:nvPicPr>
            <p:cNvPr id="24" name="Picture " descr="C:/Users/14A/AppData/Roaming/PolarisOffice/ETemp/11076_19435944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2440" cy="472440"/>
            </a:xfrm>
            <a:prstGeom prst="rect"/>
            <a:noFill/>
          </p:spPr>
        </p:pic>
        <p:pic>
          <p:nvPicPr>
            <p:cNvPr id="26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8040" cy="142240"/>
            </a:xfrm>
            <a:prstGeom prst="rect"/>
            <a:noFill/>
          </p:spPr>
        </p:pic>
        <p:pic>
          <p:nvPicPr>
            <p:cNvPr id="27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8040" cy="142240"/>
            </a:xfrm>
            <a:prstGeom prst="rect"/>
            <a:noFill/>
          </p:spPr>
        </p:pic>
        <p:pic>
          <p:nvPicPr>
            <p:cNvPr id="28" name="Picture " descr="C:/Users/14A/AppData/Roaming/PolarisOffice/ETemp/11076_19435944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2440" cy="472440"/>
            </a:xfrm>
            <a:prstGeom prst="rect"/>
            <a:noFill/>
          </p:spPr>
        </p:pic>
        <p:pic>
          <p:nvPicPr>
            <p:cNvPr id="30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8040" cy="142240"/>
            </a:xfrm>
            <a:prstGeom prst="rect"/>
            <a:noFill/>
          </p:spPr>
        </p:pic>
        <p:pic>
          <p:nvPicPr>
            <p:cNvPr id="31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8040" cy="142240"/>
            </a:xfrm>
            <a:prstGeom prst="rect"/>
            <a:noFill/>
          </p:spPr>
        </p:pic>
        <p:pic>
          <p:nvPicPr>
            <p:cNvPr id="32" name="Picture " descr="C:/Users/14A/AppData/Roaming/PolarisOffice/ETemp/11076_19435944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2440" cy="472440"/>
            </a:xfrm>
            <a:prstGeom prst="rect"/>
            <a:noFill/>
          </p:spPr>
        </p:pic>
        <p:pic>
          <p:nvPicPr>
            <p:cNvPr id="34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8040" cy="142240"/>
            </a:xfrm>
            <a:prstGeom prst="rect"/>
            <a:noFill/>
          </p:spPr>
        </p:pic>
        <p:pic>
          <p:nvPicPr>
            <p:cNvPr id="35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8040" cy="142240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1573530"/>
            <a:ext cx="765175" cy="307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4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1421130"/>
            <a:ext cx="7394575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프로젝트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결과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10869295" y="3044825"/>
          <a:ext cx="5055870" cy="6360795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059815"/>
                <a:gridCol w="3996055"/>
              </a:tblGrid>
              <a:tr h="49974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시스템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물 종합정보 서비스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화면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게시판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코드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00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4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타입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JSP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 gridSpan="2"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설명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#1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게시글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수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정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#2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게시글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삭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제 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#3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목록으로 이동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#4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게시글 상세보기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182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#5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댓글 작성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 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#6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페이징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처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리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 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49" name="그룹 114"/>
          <p:cNvGrpSpPr>
            <a:grpSpLocks/>
          </p:cNvGrpSpPr>
          <p:nvPr/>
        </p:nvGrpSpPr>
        <p:grpSpPr>
          <a:xfrm rot="0">
            <a:off x="2112645" y="3270250"/>
            <a:ext cx="7444740" cy="6092190"/>
            <a:chOff x="2112645" y="3270250"/>
            <a:chExt cx="7444740" cy="6092190"/>
          </a:xfrm>
        </p:grpSpPr>
        <p:pic>
          <p:nvPicPr>
            <p:cNvPr id="42" name="그림 23" descr="C:/Users/14A/AppData/Roaming/PolarisOffice/ETemp/11076_19435944/fImage10343514306500.png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2374900" y="3270250"/>
              <a:ext cx="7182485" cy="6053455"/>
            </a:xfrm>
            <a:prstGeom prst="rect"/>
            <a:noFill/>
          </p:spPr>
        </p:pic>
        <p:sp>
          <p:nvSpPr>
            <p:cNvPr id="43" name="도형 82"/>
            <p:cNvSpPr>
              <a:spLocks/>
            </p:cNvSpPr>
            <p:nvPr/>
          </p:nvSpPr>
          <p:spPr>
            <a:xfrm rot="0">
              <a:off x="2310765" y="4554220"/>
              <a:ext cx="276225" cy="302260"/>
            </a:xfrm>
            <a:prstGeom prst="ellipse"/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hangingPunct="1">
                <a:buFontTx/>
                <a:buNone/>
              </a:pPr>
              <a:r>
                <a:rPr lang="ko-KR" sz="1800">
                  <a:solidFill>
                    <a:srgbClr val="FF0000"/>
                  </a:solidFill>
                  <a:latin typeface="맑은 고딕" charset="0"/>
                  <a:ea typeface="맑은 고딕" charset="0"/>
                </a:rPr>
                <a:t>1</a:t>
              </a:r>
              <a:endParaRPr lang="ko-KR" altLang="en-US" sz="1800">
                <a:solidFill>
                  <a:srgbClr val="FF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44" name="도형 83"/>
            <p:cNvSpPr>
              <a:spLocks/>
            </p:cNvSpPr>
            <p:nvPr/>
          </p:nvSpPr>
          <p:spPr>
            <a:xfrm rot="0">
              <a:off x="2874645" y="4572635"/>
              <a:ext cx="276225" cy="302260"/>
            </a:xfrm>
            <a:prstGeom prst="ellipse"/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hangingPunct="1">
                <a:buFontTx/>
                <a:buNone/>
              </a:pPr>
              <a:r>
                <a:rPr lang="ko-KR" sz="1800">
                  <a:solidFill>
                    <a:srgbClr val="FF0000"/>
                  </a:solidFill>
                  <a:latin typeface="맑은 고딕" charset="0"/>
                  <a:ea typeface="맑은 고딕" charset="0"/>
                </a:rPr>
                <a:t>2</a:t>
              </a:r>
              <a:endParaRPr lang="ko-KR" altLang="en-US" sz="1800">
                <a:solidFill>
                  <a:srgbClr val="FF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45" name="도형 84"/>
            <p:cNvSpPr>
              <a:spLocks/>
            </p:cNvSpPr>
            <p:nvPr/>
          </p:nvSpPr>
          <p:spPr>
            <a:xfrm rot="0">
              <a:off x="3456305" y="4551680"/>
              <a:ext cx="276225" cy="302260"/>
            </a:xfrm>
            <a:prstGeom prst="ellipse"/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hangingPunct="1">
                <a:buFontTx/>
                <a:buNone/>
              </a:pPr>
              <a:r>
                <a:rPr lang="ko-KR" sz="1800">
                  <a:solidFill>
                    <a:srgbClr val="FF0000"/>
                  </a:solidFill>
                  <a:latin typeface="맑은 고딕" charset="0"/>
                  <a:ea typeface="맑은 고딕" charset="0"/>
                </a:rPr>
                <a:t>3</a:t>
              </a:r>
              <a:endParaRPr lang="ko-KR" altLang="en-US" sz="1800">
                <a:solidFill>
                  <a:srgbClr val="FF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46" name="도형 85"/>
            <p:cNvSpPr>
              <a:spLocks/>
            </p:cNvSpPr>
            <p:nvPr/>
          </p:nvSpPr>
          <p:spPr>
            <a:xfrm rot="0">
              <a:off x="5044440" y="4710430"/>
              <a:ext cx="276225" cy="302260"/>
            </a:xfrm>
            <a:prstGeom prst="ellipse"/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hangingPunct="1">
                <a:buFontTx/>
                <a:buNone/>
              </a:pPr>
              <a:r>
                <a:rPr sz="1800">
                  <a:solidFill>
                    <a:srgbClr val="FF0000"/>
                  </a:solidFill>
                  <a:latin typeface="맑은 고딕" charset="0"/>
                  <a:ea typeface="맑은 고딕" charset="0"/>
                </a:rPr>
                <a:t>4</a:t>
              </a:r>
              <a:endParaRPr lang="ko-KR" altLang="en-US" sz="1800">
                <a:solidFill>
                  <a:srgbClr val="FF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47" name="도형 86"/>
            <p:cNvSpPr>
              <a:spLocks/>
            </p:cNvSpPr>
            <p:nvPr/>
          </p:nvSpPr>
          <p:spPr>
            <a:xfrm rot="0">
              <a:off x="8176895" y="7123430"/>
              <a:ext cx="276225" cy="302260"/>
            </a:xfrm>
            <a:prstGeom prst="ellipse"/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hangingPunct="1">
                <a:buFontTx/>
                <a:buNone/>
              </a:pPr>
              <a:r>
                <a:rPr sz="1800">
                  <a:solidFill>
                    <a:srgbClr val="FF0000"/>
                  </a:solidFill>
                  <a:latin typeface="맑은 고딕" charset="0"/>
                  <a:ea typeface="맑은 고딕" charset="0"/>
                </a:rPr>
                <a:t>5</a:t>
              </a:r>
              <a:endParaRPr lang="ko-KR" altLang="en-US" sz="1800">
                <a:solidFill>
                  <a:srgbClr val="FF0000"/>
                </a:solidFill>
                <a:latin typeface="맑은 고딕" charset="0"/>
                <a:ea typeface="맑은 고딕" charset="0"/>
              </a:endParaRPr>
            </a:p>
          </p:txBody>
        </p:sp>
        <p:sp>
          <p:nvSpPr>
            <p:cNvPr id="48" name="도형 87"/>
            <p:cNvSpPr>
              <a:spLocks/>
            </p:cNvSpPr>
            <p:nvPr/>
          </p:nvSpPr>
          <p:spPr>
            <a:xfrm rot="0">
              <a:off x="2112645" y="9060180"/>
              <a:ext cx="276225" cy="302260"/>
            </a:xfrm>
            <a:prstGeom prst="ellipse"/>
            <a:noFill/>
            <a:ln w="12700" cap="flat" cmpd="sng">
              <a:solidFill>
                <a:srgbClr val="FF0000">
                  <a:alpha val="10000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hangingPunct="1">
                <a:buFontTx/>
                <a:buNone/>
              </a:pPr>
              <a:r>
                <a:rPr lang="ko-KR" sz="1800">
                  <a:solidFill>
                    <a:srgbClr val="FF0000"/>
                  </a:solidFill>
                  <a:latin typeface="맑은 고딕" charset="0"/>
                  <a:ea typeface="맑은 고딕" charset="0"/>
                </a:rPr>
                <a:t>6</a:t>
              </a:r>
              <a:endParaRPr lang="ko-KR" altLang="en-US" sz="1800">
                <a:solidFill>
                  <a:srgbClr val="FF0000"/>
                </a:solidFill>
                <a:latin typeface="맑은 고딕" charset="0"/>
                <a:ea typeface="맑은 고딕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133" descr="C:/Users/14A/AppData/Roaming/PolarisOffice/ETemp/11076_19435944/image12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9105" cy="16550005"/>
          </a:xfrm>
          <a:prstGeom prst="rect"/>
          <a:noFill/>
        </p:spPr>
      </p:pic>
      <p:pic>
        <p:nvPicPr>
          <p:cNvPr id="2" name="Picture " descr="C:/Users/14A/AppData/Roaming/PolarisOffice/ETemp/11076_19435944/image5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705" cy="1208405"/>
          </a:xfrm>
          <a:prstGeom prst="rect"/>
          <a:noFill/>
        </p:spPr>
      </p:pic>
      <p:pic>
        <p:nvPicPr>
          <p:cNvPr id="3" name="Picture " descr="C:/Users/14A/AppData/Roaming/PolarisOffice/ETemp/11076_19435944/image1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1605" cy="9361805"/>
          </a:xfrm>
          <a:prstGeom prst="rect"/>
          <a:noFill/>
        </p:spPr>
      </p:pic>
      <p:pic>
        <p:nvPicPr>
          <p:cNvPr id="5" name="Picture " descr="C:/Users/14A/AppData/Roaming/PolarisOffice/ETemp/11076_19435944/image13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3205" cy="9565005"/>
          </a:xfrm>
          <a:prstGeom prst="rect"/>
          <a:noFill/>
        </p:spPr>
      </p:pic>
      <p:pic>
        <p:nvPicPr>
          <p:cNvPr id="7" name="Picture " descr="C:/Users/14A/AppData/Roaming/PolarisOffice/ETemp/11076_19435944/image1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894330"/>
            <a:ext cx="13528040" cy="15240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3140" cy="2098040"/>
            <a:chOff x="533400" y="1029335"/>
            <a:chExt cx="993140" cy="2098040"/>
          </a:xfrm>
        </p:grpSpPr>
        <p:pic>
          <p:nvPicPr>
            <p:cNvPr id="24" name="Picture " descr="C:/Users/14A/AppData/Roaming/PolarisOffice/ETemp/11076_19435944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2440" cy="472440"/>
            </a:xfrm>
            <a:prstGeom prst="rect"/>
            <a:noFill/>
          </p:spPr>
        </p:pic>
        <p:pic>
          <p:nvPicPr>
            <p:cNvPr id="26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8040" cy="142240"/>
            </a:xfrm>
            <a:prstGeom prst="rect"/>
            <a:noFill/>
          </p:spPr>
        </p:pic>
        <p:pic>
          <p:nvPicPr>
            <p:cNvPr id="27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8040" cy="142240"/>
            </a:xfrm>
            <a:prstGeom prst="rect"/>
            <a:noFill/>
          </p:spPr>
        </p:pic>
        <p:pic>
          <p:nvPicPr>
            <p:cNvPr id="28" name="Picture " descr="C:/Users/14A/AppData/Roaming/PolarisOffice/ETemp/11076_19435944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2440" cy="472440"/>
            </a:xfrm>
            <a:prstGeom prst="rect"/>
            <a:noFill/>
          </p:spPr>
        </p:pic>
        <p:pic>
          <p:nvPicPr>
            <p:cNvPr id="30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8040" cy="142240"/>
            </a:xfrm>
            <a:prstGeom prst="rect"/>
            <a:noFill/>
          </p:spPr>
        </p:pic>
        <p:pic>
          <p:nvPicPr>
            <p:cNvPr id="31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8040" cy="142240"/>
            </a:xfrm>
            <a:prstGeom prst="rect"/>
            <a:noFill/>
          </p:spPr>
        </p:pic>
        <p:pic>
          <p:nvPicPr>
            <p:cNvPr id="32" name="Picture " descr="C:/Users/14A/AppData/Roaming/PolarisOffice/ETemp/11076_19435944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2440" cy="472440"/>
            </a:xfrm>
            <a:prstGeom prst="rect"/>
            <a:noFill/>
          </p:spPr>
        </p:pic>
        <p:pic>
          <p:nvPicPr>
            <p:cNvPr id="34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8040" cy="142240"/>
            </a:xfrm>
            <a:prstGeom prst="rect"/>
            <a:noFill/>
          </p:spPr>
        </p:pic>
        <p:pic>
          <p:nvPicPr>
            <p:cNvPr id="35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8040" cy="142240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1573530"/>
            <a:ext cx="765175" cy="307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4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1421130"/>
            <a:ext cx="7394575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프로젝트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결과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10869295" y="3044825"/>
          <a:ext cx="5055870" cy="4012565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059815"/>
                <a:gridCol w="3996055"/>
              </a:tblGrid>
              <a:tr h="49974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시스템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물 종합정보 서비스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화면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게시판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코드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00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4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타입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JSP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 gridSpan="2"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설명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#1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게시글 수정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 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#2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게시글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수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정 업데이트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2" name="그림 26" descr="C:/Users/14A/AppData/Roaming/PolarisOffice/ETemp/11076_19435944/fImage4784814339169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384425" y="3444875"/>
            <a:ext cx="7490460" cy="5986780"/>
          </a:xfrm>
          <a:prstGeom prst="rect"/>
          <a:noFill/>
        </p:spPr>
      </p:pic>
      <p:sp>
        <p:nvSpPr>
          <p:cNvPr id="43" name="도형 94"/>
          <p:cNvSpPr>
            <a:spLocks/>
          </p:cNvSpPr>
          <p:nvPr/>
        </p:nvSpPr>
        <p:spPr>
          <a:xfrm rot="0">
            <a:off x="3120390" y="4420870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1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95"/>
          <p:cNvSpPr>
            <a:spLocks/>
          </p:cNvSpPr>
          <p:nvPr/>
        </p:nvSpPr>
        <p:spPr>
          <a:xfrm rot="0">
            <a:off x="5684520" y="8373110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0970" cy="9361170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8470" cy="1654937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2570" cy="9564370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894330"/>
            <a:ext cx="13527405" cy="14605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2505" cy="2097405"/>
            <a:chOff x="533400" y="1029335"/>
            <a:chExt cx="992505" cy="2097405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805" cy="471805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7405" cy="141605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7405" cy="141605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805" cy="471805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7405" cy="141605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7405" cy="141605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805" cy="471805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7405" cy="141605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7405" cy="141605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1573530"/>
            <a:ext cx="764540" cy="3073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4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1421130"/>
            <a:ext cx="7393940" cy="11201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프로젝트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결과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10869295" y="3044825"/>
          <a:ext cx="5055870" cy="6322695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059815"/>
                <a:gridCol w="3996055"/>
              </a:tblGrid>
              <a:tr h="49974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시스템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물 종합정보 서비스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화면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의학상담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코드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00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5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타입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JSP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 gridSpan="2"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설명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55372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#1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글쓰기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 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#2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검색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필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터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 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#3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검색 입력 기능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#4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검색 수행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 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#5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글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내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용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출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력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 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#6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페이징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처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리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 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2" name="그림 28" descr="C:/Users/14A/AppData/Roaming/PolarisOffice/ETemp/11076_19435944/fImage56425114355724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385695" y="3333750"/>
            <a:ext cx="6901815" cy="6336030"/>
          </a:xfrm>
          <a:prstGeom prst="rect"/>
          <a:noFill/>
        </p:spPr>
      </p:pic>
      <p:sp>
        <p:nvSpPr>
          <p:cNvPr id="48" name="도형 76"/>
          <p:cNvSpPr>
            <a:spLocks/>
          </p:cNvSpPr>
          <p:nvPr/>
        </p:nvSpPr>
        <p:spPr>
          <a:xfrm rot="0">
            <a:off x="8676640" y="4085590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1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9" name="도형 77"/>
          <p:cNvSpPr>
            <a:spLocks/>
          </p:cNvSpPr>
          <p:nvPr/>
        </p:nvSpPr>
        <p:spPr>
          <a:xfrm rot="0">
            <a:off x="7385685" y="4392295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0" name="도형 78"/>
          <p:cNvSpPr>
            <a:spLocks/>
          </p:cNvSpPr>
          <p:nvPr/>
        </p:nvSpPr>
        <p:spPr>
          <a:xfrm rot="0">
            <a:off x="8084185" y="4392295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1" name="도형 79"/>
          <p:cNvSpPr>
            <a:spLocks/>
          </p:cNvSpPr>
          <p:nvPr/>
        </p:nvSpPr>
        <p:spPr>
          <a:xfrm rot="0">
            <a:off x="8698230" y="4392295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4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2" name="도형 80"/>
          <p:cNvSpPr>
            <a:spLocks/>
          </p:cNvSpPr>
          <p:nvPr/>
        </p:nvSpPr>
        <p:spPr>
          <a:xfrm rot="0">
            <a:off x="2517775" y="4720590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5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3" name="도형 81"/>
          <p:cNvSpPr>
            <a:spLocks/>
          </p:cNvSpPr>
          <p:nvPr/>
        </p:nvSpPr>
        <p:spPr>
          <a:xfrm rot="0">
            <a:off x="5502275" y="9335135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6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14A/AppData/Roaming/PolarisOffice/ETemp/11076_19435944/image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705" cy="1208405"/>
          </a:xfrm>
          <a:prstGeom prst="rect"/>
          <a:noFill/>
        </p:spPr>
      </p:pic>
      <p:pic>
        <p:nvPicPr>
          <p:cNvPr id="3" name="Picture " descr="C:/Users/14A/AppData/Roaming/PolarisOffice/ETemp/11076_19435944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1605" cy="9361805"/>
          </a:xfrm>
          <a:prstGeom prst="rect"/>
          <a:noFill/>
        </p:spPr>
      </p:pic>
      <p:pic>
        <p:nvPicPr>
          <p:cNvPr id="4" name="Picture " descr="C:/Users/14A/AppData/Roaming/PolarisOffice/ETemp/11076_19435944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98340" y="-3141980"/>
            <a:ext cx="9349105" cy="16550005"/>
          </a:xfrm>
          <a:prstGeom prst="rect"/>
          <a:noFill/>
        </p:spPr>
      </p:pic>
      <p:pic>
        <p:nvPicPr>
          <p:cNvPr id="5" name="Picture " descr="C:/Users/14A/AppData/Roaming/PolarisOffice/ETemp/11076_19435944/image13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3205" cy="9565005"/>
          </a:xfrm>
          <a:prstGeom prst="rect"/>
          <a:noFill/>
        </p:spPr>
      </p:pic>
      <p:pic>
        <p:nvPicPr>
          <p:cNvPr id="7" name="Picture " descr="C:/Users/14A/AppData/Roaming/PolarisOffice/ETemp/11076_19435944/image1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894330"/>
            <a:ext cx="13528040" cy="15240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3140" cy="2098040"/>
            <a:chOff x="533400" y="1029335"/>
            <a:chExt cx="993140" cy="2098040"/>
          </a:xfrm>
        </p:grpSpPr>
        <p:pic>
          <p:nvPicPr>
            <p:cNvPr id="24" name="Picture " descr="C:/Users/14A/AppData/Roaming/PolarisOffice/ETemp/11076_19435944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2440" cy="472440"/>
            </a:xfrm>
            <a:prstGeom prst="rect"/>
            <a:noFill/>
          </p:spPr>
        </p:pic>
        <p:pic>
          <p:nvPicPr>
            <p:cNvPr id="26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8040" cy="142240"/>
            </a:xfrm>
            <a:prstGeom prst="rect"/>
            <a:noFill/>
          </p:spPr>
        </p:pic>
        <p:pic>
          <p:nvPicPr>
            <p:cNvPr id="27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8040" cy="142240"/>
            </a:xfrm>
            <a:prstGeom prst="rect"/>
            <a:noFill/>
          </p:spPr>
        </p:pic>
        <p:pic>
          <p:nvPicPr>
            <p:cNvPr id="28" name="Picture " descr="C:/Users/14A/AppData/Roaming/PolarisOffice/ETemp/11076_19435944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2440" cy="472440"/>
            </a:xfrm>
            <a:prstGeom prst="rect"/>
            <a:noFill/>
          </p:spPr>
        </p:pic>
        <p:pic>
          <p:nvPicPr>
            <p:cNvPr id="30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8040" cy="142240"/>
            </a:xfrm>
            <a:prstGeom prst="rect"/>
            <a:noFill/>
          </p:spPr>
        </p:pic>
        <p:pic>
          <p:nvPicPr>
            <p:cNvPr id="31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8040" cy="142240"/>
            </a:xfrm>
            <a:prstGeom prst="rect"/>
            <a:noFill/>
          </p:spPr>
        </p:pic>
        <p:pic>
          <p:nvPicPr>
            <p:cNvPr id="32" name="Picture " descr="C:/Users/14A/AppData/Roaming/PolarisOffice/ETemp/11076_19435944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2440" cy="472440"/>
            </a:xfrm>
            <a:prstGeom prst="rect"/>
            <a:noFill/>
          </p:spPr>
        </p:pic>
        <p:pic>
          <p:nvPicPr>
            <p:cNvPr id="34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8040" cy="142240"/>
            </a:xfrm>
            <a:prstGeom prst="rect"/>
            <a:noFill/>
          </p:spPr>
        </p:pic>
        <p:pic>
          <p:nvPicPr>
            <p:cNvPr id="35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8040" cy="142240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1573530"/>
            <a:ext cx="765175" cy="307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4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1421130"/>
            <a:ext cx="7394575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프로젝트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결과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10869295" y="3044825"/>
          <a:ext cx="5055870" cy="6350635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059815"/>
                <a:gridCol w="3996055"/>
              </a:tblGrid>
              <a:tr h="49974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시스템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물 종합정보 서비스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화면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의학상담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코드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00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5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타입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JSP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 gridSpan="2"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설명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#1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게시글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수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정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#2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게시글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삭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제 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66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#3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목록으로 이동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#4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게시글 상세보기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#5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답변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작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성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#6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페이징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처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리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 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2" name="그림 29" descr="C:/Users/14A/AppData/Roaming/PolarisOffice/ETemp/11076_19435944/fImage18652814361478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827020" y="3317875"/>
            <a:ext cx="5507990" cy="6204585"/>
          </a:xfrm>
          <a:prstGeom prst="rect"/>
          <a:noFill/>
        </p:spPr>
      </p:pic>
      <p:sp>
        <p:nvSpPr>
          <p:cNvPr id="43" name="도형 88"/>
          <p:cNvSpPr>
            <a:spLocks/>
          </p:cNvSpPr>
          <p:nvPr/>
        </p:nvSpPr>
        <p:spPr>
          <a:xfrm rot="0">
            <a:off x="2739390" y="4113530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1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89"/>
          <p:cNvSpPr>
            <a:spLocks/>
          </p:cNvSpPr>
          <p:nvPr/>
        </p:nvSpPr>
        <p:spPr>
          <a:xfrm rot="0">
            <a:off x="3216275" y="4151630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도형 90"/>
          <p:cNvSpPr>
            <a:spLocks/>
          </p:cNvSpPr>
          <p:nvPr/>
        </p:nvSpPr>
        <p:spPr>
          <a:xfrm rot="0">
            <a:off x="3678555" y="4154805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6" name="도형 91"/>
          <p:cNvSpPr>
            <a:spLocks/>
          </p:cNvSpPr>
          <p:nvPr/>
        </p:nvSpPr>
        <p:spPr>
          <a:xfrm rot="0">
            <a:off x="2988310" y="5377180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4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7" name="도형 92"/>
          <p:cNvSpPr>
            <a:spLocks/>
          </p:cNvSpPr>
          <p:nvPr/>
        </p:nvSpPr>
        <p:spPr>
          <a:xfrm rot="0">
            <a:off x="2827020" y="7377430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5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8" name="도형 93"/>
          <p:cNvSpPr>
            <a:spLocks/>
          </p:cNvSpPr>
          <p:nvPr/>
        </p:nvSpPr>
        <p:spPr>
          <a:xfrm rot="0">
            <a:off x="2692400" y="8369300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6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14A/AppData/Roaming/PolarisOffice/ETemp/11076_19435944/image5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705" cy="1208405"/>
          </a:xfrm>
          <a:prstGeom prst="rect"/>
          <a:noFill/>
        </p:spPr>
      </p:pic>
      <p:pic>
        <p:nvPicPr>
          <p:cNvPr id="3" name="Picture " descr="C:/Users/14A/AppData/Roaming/PolarisOffice/ETemp/11076_19435944/image1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1605" cy="9361805"/>
          </a:xfrm>
          <a:prstGeom prst="rect"/>
          <a:noFill/>
        </p:spPr>
      </p:pic>
      <p:pic>
        <p:nvPicPr>
          <p:cNvPr id="4" name="Picture " descr="C:/Users/14A/AppData/Roaming/PolarisOffice/ETemp/11076_19435944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45000" y="-3111500"/>
            <a:ext cx="9349105" cy="16550005"/>
          </a:xfrm>
          <a:prstGeom prst="rect"/>
          <a:noFill/>
        </p:spPr>
      </p:pic>
      <p:pic>
        <p:nvPicPr>
          <p:cNvPr id="5" name="Picture " descr="C:/Users/14A/AppData/Roaming/PolarisOffice/ETemp/11076_19435944/image13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3205" cy="9565005"/>
          </a:xfrm>
          <a:prstGeom prst="rect"/>
          <a:noFill/>
        </p:spPr>
      </p:pic>
      <p:pic>
        <p:nvPicPr>
          <p:cNvPr id="7" name="Picture " descr="C:/Users/14A/AppData/Roaming/PolarisOffice/ETemp/11076_19435944/image1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894330"/>
            <a:ext cx="13528040" cy="15240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3140" cy="2098040"/>
            <a:chOff x="533400" y="1029335"/>
            <a:chExt cx="993140" cy="2098040"/>
          </a:xfrm>
        </p:grpSpPr>
        <p:pic>
          <p:nvPicPr>
            <p:cNvPr id="24" name="Picture " descr="C:/Users/14A/AppData/Roaming/PolarisOffice/ETemp/11076_19435944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2440" cy="472440"/>
            </a:xfrm>
            <a:prstGeom prst="rect"/>
            <a:noFill/>
          </p:spPr>
        </p:pic>
        <p:pic>
          <p:nvPicPr>
            <p:cNvPr id="26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8040" cy="142240"/>
            </a:xfrm>
            <a:prstGeom prst="rect"/>
            <a:noFill/>
          </p:spPr>
        </p:pic>
        <p:pic>
          <p:nvPicPr>
            <p:cNvPr id="27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8040" cy="142240"/>
            </a:xfrm>
            <a:prstGeom prst="rect"/>
            <a:noFill/>
          </p:spPr>
        </p:pic>
        <p:pic>
          <p:nvPicPr>
            <p:cNvPr id="28" name="Picture " descr="C:/Users/14A/AppData/Roaming/PolarisOffice/ETemp/11076_19435944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2440" cy="472440"/>
            </a:xfrm>
            <a:prstGeom prst="rect"/>
            <a:noFill/>
          </p:spPr>
        </p:pic>
        <p:pic>
          <p:nvPicPr>
            <p:cNvPr id="30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8040" cy="142240"/>
            </a:xfrm>
            <a:prstGeom prst="rect"/>
            <a:noFill/>
          </p:spPr>
        </p:pic>
        <p:pic>
          <p:nvPicPr>
            <p:cNvPr id="31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8040" cy="142240"/>
            </a:xfrm>
            <a:prstGeom prst="rect"/>
            <a:noFill/>
          </p:spPr>
        </p:pic>
        <p:pic>
          <p:nvPicPr>
            <p:cNvPr id="32" name="Picture " descr="C:/Users/14A/AppData/Roaming/PolarisOffice/ETemp/11076_19435944/image3.png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2440" cy="472440"/>
            </a:xfrm>
            <a:prstGeom prst="rect"/>
            <a:noFill/>
          </p:spPr>
        </p:pic>
        <p:pic>
          <p:nvPicPr>
            <p:cNvPr id="34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8040" cy="142240"/>
            </a:xfrm>
            <a:prstGeom prst="rect"/>
            <a:noFill/>
          </p:spPr>
        </p:pic>
        <p:pic>
          <p:nvPicPr>
            <p:cNvPr id="35" name="Picture " descr="C:/Users/14A/AppData/Roaming/PolarisOffice/ETemp/11076_19435944/image4.png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8040" cy="142240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1573530"/>
            <a:ext cx="765175" cy="307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4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1421130"/>
            <a:ext cx="7394575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프로젝트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결과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10869295" y="3044825"/>
          <a:ext cx="5055870" cy="4012565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059815"/>
                <a:gridCol w="3996055"/>
              </a:tblGrid>
              <a:tr h="49974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시스템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물 종합정보 서비스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화면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의학상담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코드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00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5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타입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JSP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 gridSpan="2"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설명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#1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게시글 수정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 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47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#2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게시글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수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정 업데이트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능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2" name="그림 30" descr="C:/Users/14A/AppData/Roaming/PolarisOffice/ETemp/11076_19435944/fImage4800114379358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388870" y="3413125"/>
            <a:ext cx="8263890" cy="5977255"/>
          </a:xfrm>
          <a:prstGeom prst="rect"/>
          <a:noFill/>
        </p:spPr>
      </p:pic>
      <p:sp>
        <p:nvSpPr>
          <p:cNvPr id="48" name="도형 100"/>
          <p:cNvSpPr>
            <a:spLocks/>
          </p:cNvSpPr>
          <p:nvPr/>
        </p:nvSpPr>
        <p:spPr>
          <a:xfrm rot="0">
            <a:off x="3120390" y="4420870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1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9" name="도형 101"/>
          <p:cNvSpPr>
            <a:spLocks/>
          </p:cNvSpPr>
          <p:nvPr/>
        </p:nvSpPr>
        <p:spPr>
          <a:xfrm rot="0">
            <a:off x="6075045" y="8773160"/>
            <a:ext cx="276225" cy="30226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0970" cy="9361170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8470" cy="1654937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2570" cy="9564370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894330"/>
            <a:ext cx="13527405" cy="14605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2505" cy="2097405"/>
            <a:chOff x="533400" y="1029335"/>
            <a:chExt cx="992505" cy="2097405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805" cy="471805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7405" cy="141605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7405" cy="141605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805" cy="471805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7405" cy="141605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7405" cy="141605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805" cy="471805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7405" cy="141605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7405" cy="141605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1573530"/>
            <a:ext cx="764540" cy="3073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4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1421130"/>
            <a:ext cx="7393940" cy="11201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프로젝트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결과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10869295" y="3044825"/>
          <a:ext cx="5055870" cy="63779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059815"/>
                <a:gridCol w="3996055"/>
              </a:tblGrid>
              <a:tr h="61849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시스템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물 종합정보 서비스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80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화면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플레이스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 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검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색 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페이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지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80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코드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00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6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80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타입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JSP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805">
                <a:tc gridSpan="2"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설명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72580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#1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원하는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지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역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선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택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80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#2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카테고리 병원/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카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페/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펜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션/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용품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점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선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택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80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#3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검색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881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#4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결과 출력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7" name="그림 13" descr="C:/Users/14A/AppData/Roaming/PolarisOffice/ETemp/2852_9478312/fImage313812419169.png"/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6965" y="3174365"/>
            <a:ext cx="7058660" cy="6099810"/>
          </a:xfrm>
          <a:prstGeom prst="rect"/>
          <a:noFill/>
        </p:spPr>
      </p:pic>
      <p:pic>
        <p:nvPicPr>
          <p:cNvPr id="48" name="그림 14" descr="C:/Users/14A/AppData/Roaming/PolarisOffice/ETemp/2852_9478312/fImage5839812425724.png"/>
          <p:cNvPicPr>
            <a:picLocks noChangeAspect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91410" y="3148965"/>
            <a:ext cx="7071360" cy="6185535"/>
          </a:xfrm>
          <a:prstGeom prst="rect"/>
          <a:noFill/>
        </p:spPr>
      </p:pic>
      <p:sp>
        <p:nvSpPr>
          <p:cNvPr id="49" name="도형 15"/>
          <p:cNvSpPr>
            <a:spLocks/>
          </p:cNvSpPr>
          <p:nvPr/>
        </p:nvSpPr>
        <p:spPr>
          <a:xfrm rot="0">
            <a:off x="3638550" y="3703955"/>
            <a:ext cx="482600" cy="50165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1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0" name="도형 16"/>
          <p:cNvSpPr>
            <a:spLocks/>
          </p:cNvSpPr>
          <p:nvPr/>
        </p:nvSpPr>
        <p:spPr>
          <a:xfrm rot="0">
            <a:off x="5684520" y="3696335"/>
            <a:ext cx="482600" cy="50165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1" name="도형 17"/>
          <p:cNvSpPr>
            <a:spLocks/>
          </p:cNvSpPr>
          <p:nvPr/>
        </p:nvSpPr>
        <p:spPr>
          <a:xfrm rot="0">
            <a:off x="7611745" y="3709670"/>
            <a:ext cx="482600" cy="50165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2" name="도형 18"/>
          <p:cNvSpPr>
            <a:spLocks/>
          </p:cNvSpPr>
          <p:nvPr/>
        </p:nvSpPr>
        <p:spPr>
          <a:xfrm rot="0">
            <a:off x="2397125" y="4891405"/>
            <a:ext cx="482600" cy="50165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4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0970" cy="9361170"/>
          </a:xfrm>
          <a:prstGeom prst="rect"/>
          <a:noFill/>
        </p:spPr>
      </p:pic>
      <p:pic>
        <p:nvPicPr>
          <p:cNvPr id="4" name="Picture " descr="C:/Users/14A/AppData/Roaming/PolarisOffice/ETemp/2852_9478312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9105" cy="16550005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2570" cy="9564370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894330"/>
            <a:ext cx="13527405" cy="14605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2505" cy="2097405"/>
            <a:chOff x="533400" y="1029335"/>
            <a:chExt cx="992505" cy="2097405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805" cy="471805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7405" cy="141605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7405" cy="141605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805" cy="471805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7405" cy="141605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7405" cy="141605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805" cy="471805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7405" cy="141605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7405" cy="141605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1573530"/>
            <a:ext cx="764540" cy="3073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4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1421130"/>
            <a:ext cx="7393940" cy="11201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프로젝트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결과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10869295" y="3044825"/>
          <a:ext cx="5055870" cy="608965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059815"/>
                <a:gridCol w="3996055"/>
              </a:tblGrid>
              <a:tr h="49911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시스템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물 종합정보 서비스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화면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뉴스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 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검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색 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페이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지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코드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00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7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타입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JSP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675">
                <a:tc gridSpan="2"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설명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57467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#1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검색어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입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력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467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#2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검색버튼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249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#3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검색결과 출력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제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목 클릭시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해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당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기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사 페이지 이동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7" name="그림 21" descr="C:/Users/14A/AppData/Roaming/PolarisOffice/ETemp/2852_9478312/fImage7797312499358.png"/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873250" y="3141980"/>
            <a:ext cx="8584565" cy="6209030"/>
          </a:xfrm>
          <a:prstGeom prst="rect"/>
          <a:noFill/>
        </p:spPr>
      </p:pic>
      <p:sp>
        <p:nvSpPr>
          <p:cNvPr id="48" name="도형 22"/>
          <p:cNvSpPr>
            <a:spLocks/>
          </p:cNvSpPr>
          <p:nvPr/>
        </p:nvSpPr>
        <p:spPr>
          <a:xfrm rot="0">
            <a:off x="4431665" y="3253740"/>
            <a:ext cx="495300" cy="57912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1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9" name="도형 23"/>
          <p:cNvSpPr>
            <a:spLocks/>
          </p:cNvSpPr>
          <p:nvPr/>
        </p:nvSpPr>
        <p:spPr>
          <a:xfrm rot="0">
            <a:off x="7441565" y="3253740"/>
            <a:ext cx="495300" cy="57912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0" name="도형 24"/>
          <p:cNvSpPr>
            <a:spLocks/>
          </p:cNvSpPr>
          <p:nvPr/>
        </p:nvSpPr>
        <p:spPr>
          <a:xfrm rot="0">
            <a:off x="2323465" y="4136390"/>
            <a:ext cx="495300" cy="57912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0970" cy="9361170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8470" cy="1654937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2570" cy="9564370"/>
          </a:xfrm>
          <a:prstGeom prst="rect"/>
          <a:noFill/>
        </p:spPr>
      </p:pic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894330"/>
            <a:ext cx="13527405" cy="14605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2505" cy="2097405"/>
            <a:chOff x="533400" y="1029335"/>
            <a:chExt cx="992505" cy="2097405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805" cy="471805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7405" cy="141605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7405" cy="141605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805" cy="471805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7405" cy="141605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7405" cy="141605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805" cy="471805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7405" cy="141605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7405" cy="141605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1573530"/>
            <a:ext cx="764540" cy="3073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4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1421130"/>
            <a:ext cx="7393940" cy="11201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프로젝트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결과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10869295" y="3044825"/>
          <a:ext cx="5055870" cy="604901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059815"/>
                <a:gridCol w="3996055"/>
              </a:tblGrid>
              <a:tr h="52260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시스템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물 종합정보 서비스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04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화면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마이페이지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04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코드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00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8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04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타입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JSP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045">
                <a:tc gridSpan="2"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설명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61404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#1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회원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수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정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04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#2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회원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탈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04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#3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반려동물 등록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04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#4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반려동물 정보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수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정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04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#5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반려동물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정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보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삭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2" name="그림 56" descr="C:/Users/14A/AppData/Roaming/PolarisOffice/ETemp/11076_19435944/fImage7418212581478.png"/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136775" y="3044825"/>
            <a:ext cx="8017510" cy="6278245"/>
          </a:xfrm>
          <a:prstGeom prst="rect"/>
          <a:noFill/>
        </p:spPr>
      </p:pic>
      <p:sp>
        <p:nvSpPr>
          <p:cNvPr id="43" name="도형 7"/>
          <p:cNvSpPr>
            <a:spLocks/>
          </p:cNvSpPr>
          <p:nvPr/>
        </p:nvSpPr>
        <p:spPr>
          <a:xfrm rot="0">
            <a:off x="2110105" y="5661660"/>
            <a:ext cx="384175" cy="41021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1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8"/>
          <p:cNvSpPr>
            <a:spLocks/>
          </p:cNvSpPr>
          <p:nvPr/>
        </p:nvSpPr>
        <p:spPr>
          <a:xfrm rot="0">
            <a:off x="9695180" y="5444490"/>
            <a:ext cx="384175" cy="41021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도형 9"/>
          <p:cNvSpPr>
            <a:spLocks/>
          </p:cNvSpPr>
          <p:nvPr/>
        </p:nvSpPr>
        <p:spPr>
          <a:xfrm rot="0">
            <a:off x="3126740" y="8862060"/>
            <a:ext cx="384175" cy="41021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6" name="도형 10"/>
          <p:cNvSpPr>
            <a:spLocks/>
          </p:cNvSpPr>
          <p:nvPr/>
        </p:nvSpPr>
        <p:spPr>
          <a:xfrm rot="0">
            <a:off x="2002790" y="8172450"/>
            <a:ext cx="384175" cy="41021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4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7" name="도형 11"/>
          <p:cNvSpPr>
            <a:spLocks/>
          </p:cNvSpPr>
          <p:nvPr/>
        </p:nvSpPr>
        <p:spPr>
          <a:xfrm rot="0">
            <a:off x="9766935" y="8134350"/>
            <a:ext cx="384175" cy="41021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5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74700" y="469900"/>
            <a:ext cx="140970" cy="9361170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8470" cy="16549370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891000" y="368300"/>
            <a:ext cx="242570" cy="9564370"/>
          </a:xfrm>
          <a:prstGeom prst="rect"/>
          <a:noFill/>
        </p:spPr>
      </p:pic>
      <p:pic>
        <p:nvPicPr>
          <p:cNvPr id="7" name="Picture " descr="C:/Users/14A/AppData/Roaming/PolarisOffice/ETemp/11076_19435944/image17.png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259330"/>
            <a:ext cx="13528040" cy="15240"/>
          </a:xfrm>
          <a:prstGeom prst="rect"/>
          <a:noFill/>
        </p:spPr>
      </p:pic>
      <p:grpSp>
        <p:nvGrpSpPr>
          <p:cNvPr id="39" name="Group 5"/>
          <p:cNvGrpSpPr>
            <a:grpSpLocks/>
          </p:cNvGrpSpPr>
          <p:nvPr/>
        </p:nvGrpSpPr>
        <p:grpSpPr>
          <a:xfrm rot="0">
            <a:off x="533400" y="1029335"/>
            <a:ext cx="992505" cy="2097405"/>
            <a:chOff x="533400" y="1029335"/>
            <a:chExt cx="992505" cy="2097405"/>
          </a:xfrm>
        </p:grpSpPr>
        <p:pic>
          <p:nvPicPr>
            <p:cNvPr id="24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805" cy="471805"/>
            </a:xfrm>
            <a:prstGeom prst="rect"/>
            <a:noFill/>
          </p:spPr>
        </p:pic>
        <p:pic>
          <p:nvPicPr>
            <p:cNvPr id="26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7405" cy="141605"/>
            </a:xfrm>
            <a:prstGeom prst="rect"/>
            <a:noFill/>
          </p:spPr>
        </p:pic>
        <p:pic>
          <p:nvPicPr>
            <p:cNvPr id="27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7405" cy="141605"/>
            </a:xfrm>
            <a:prstGeom prst="rect"/>
            <a:noFill/>
          </p:spPr>
        </p:pic>
        <p:pic>
          <p:nvPicPr>
            <p:cNvPr id="28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805" cy="471805"/>
            </a:xfrm>
            <a:prstGeom prst="rect"/>
            <a:noFill/>
          </p:spPr>
        </p:pic>
        <p:pic>
          <p:nvPicPr>
            <p:cNvPr id="30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7405" cy="141605"/>
            </a:xfrm>
            <a:prstGeom prst="rect"/>
            <a:noFill/>
          </p:spPr>
        </p:pic>
        <p:pic>
          <p:nvPicPr>
            <p:cNvPr id="31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7405" cy="141605"/>
            </a:xfrm>
            <a:prstGeom prst="rect"/>
            <a:noFill/>
          </p:spPr>
        </p:pic>
        <p:pic>
          <p:nvPicPr>
            <p:cNvPr id="32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805" cy="471805"/>
            </a:xfrm>
            <a:prstGeom prst="rect"/>
            <a:noFill/>
          </p:spPr>
        </p:pic>
        <p:pic>
          <p:nvPicPr>
            <p:cNvPr id="34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7405" cy="141605"/>
            </a:xfrm>
            <a:prstGeom prst="rect"/>
            <a:noFill/>
          </p:spPr>
        </p:pic>
        <p:pic>
          <p:nvPicPr>
            <p:cNvPr id="35" name="Picture 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7405" cy="141605"/>
            </a:xfrm>
            <a:prstGeom prst="rect"/>
            <a:noFill/>
          </p:spPr>
        </p:pic>
      </p:grpSp>
      <p:sp>
        <p:nvSpPr>
          <p:cNvPr id="36" name="Rect 0"/>
          <p:cNvSpPr txBox="1">
            <a:spLocks/>
          </p:cNvSpPr>
          <p:nvPr/>
        </p:nvSpPr>
        <p:spPr>
          <a:xfrm rot="0">
            <a:off x="2362200" y="938530"/>
            <a:ext cx="765175" cy="307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4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37" name="Rect 0"/>
          <p:cNvSpPr txBox="1">
            <a:spLocks/>
          </p:cNvSpPr>
          <p:nvPr/>
        </p:nvSpPr>
        <p:spPr>
          <a:xfrm rot="0">
            <a:off x="3149600" y="786130"/>
            <a:ext cx="7394575" cy="11207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프로젝트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결과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graphicFrame>
        <p:nvGraphicFramePr>
          <p:cNvPr id="41" name="Table 3"/>
          <p:cNvGraphicFramePr>
            <a:graphicFrameLocks noGrp="1"/>
          </p:cNvGraphicFramePr>
          <p:nvPr/>
        </p:nvGraphicFramePr>
        <p:xfrm>
          <a:off x="10920095" y="2457450"/>
          <a:ext cx="5055870" cy="6779895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059815"/>
                <a:gridCol w="3996055"/>
              </a:tblGrid>
              <a:tr h="531495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시스템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물 종합정보 서비스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화면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관리자페이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지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코드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00</a:t>
                      </a:r>
                      <a:r>
                        <a:rPr lang="ko-KR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9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타입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JSP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 gridSpan="2"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설명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62484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#1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회원 관리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메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#2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게시판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관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리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메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#3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댓글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관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리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메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#4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반려동물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정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보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관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리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메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뉴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#5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통계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자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료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marL="0" indent="0" rtl="0" algn="ctr" lvl="1">
                        <a:buFontTx/>
                        <a:buNone/>
                      </a:pP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#</a:t>
                      </a:r>
                      <a:r>
                        <a:rPr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6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rtl="0" algn="l" lvl="1">
                        <a:buFontTx/>
                        <a:buNone/>
                      </a:pP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홈페이지로 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이</a:t>
                      </a:r>
                      <a:r>
                        <a:rPr lang="ko-KR" altLang="en-US" sz="1500" kern="1200" cap="none" i="0" b="1" strike="noStrike">
                          <a:solidFill>
                            <a:srgbClr val="000000"/>
                          </a:solidFill>
                          <a:latin typeface="Arial" charset="0"/>
                          <a:ea typeface="Arial" charset="0"/>
                        </a:rPr>
                        <a:t>동</a:t>
                      </a:r>
                      <a:endParaRPr lang="ko-KR" altLang="en-US" sz="1500" kern="1200" i="0" cap="none" b="1" strike="noStrike">
                        <a:solidFill>
                          <a:srgbClr val="000000"/>
                        </a:solidFill>
                        <a:latin typeface="Arial" charset="0"/>
                        <a:ea typeface="Arial" charset="0"/>
                      </a:endParaRPr>
                    </a:p>
                  </a:txBody>
                  <a:tcPr marL="90805" marR="90805" marT="90805" marB="90805" anchor="ctr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2" name="그림 13" descr="C:/Users/14A/AppData/Roaming/PolarisOffice/ETemp/11076_19435944/fImage4296412646962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38020" y="2452370"/>
            <a:ext cx="8265160" cy="6831965"/>
          </a:xfrm>
          <a:prstGeom prst="rect"/>
          <a:noFill/>
        </p:spPr>
      </p:pic>
      <p:sp>
        <p:nvSpPr>
          <p:cNvPr id="43" name="도형 15"/>
          <p:cNvSpPr>
            <a:spLocks/>
          </p:cNvSpPr>
          <p:nvPr/>
        </p:nvSpPr>
        <p:spPr>
          <a:xfrm rot="0">
            <a:off x="2275840" y="4090670"/>
            <a:ext cx="384175" cy="41021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1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4" name="도형 16"/>
          <p:cNvSpPr>
            <a:spLocks/>
          </p:cNvSpPr>
          <p:nvPr/>
        </p:nvSpPr>
        <p:spPr>
          <a:xfrm rot="0">
            <a:off x="4932045" y="4027170"/>
            <a:ext cx="384175" cy="41021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2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도형 17"/>
          <p:cNvSpPr>
            <a:spLocks/>
          </p:cNvSpPr>
          <p:nvPr/>
        </p:nvSpPr>
        <p:spPr>
          <a:xfrm rot="0">
            <a:off x="7524750" y="4090670"/>
            <a:ext cx="384175" cy="41021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3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6" name="도형 18"/>
          <p:cNvSpPr>
            <a:spLocks/>
          </p:cNvSpPr>
          <p:nvPr/>
        </p:nvSpPr>
        <p:spPr>
          <a:xfrm rot="0">
            <a:off x="2110105" y="5661660"/>
            <a:ext cx="384175" cy="41021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4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7" name="도형 19"/>
          <p:cNvSpPr>
            <a:spLocks/>
          </p:cNvSpPr>
          <p:nvPr/>
        </p:nvSpPr>
        <p:spPr>
          <a:xfrm rot="0">
            <a:off x="5118735" y="8517255"/>
            <a:ext cx="384175" cy="41021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lang="ko-KR"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6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8" name="텍스트 상자 20"/>
          <p:cNvSpPr txBox="1">
            <a:spLocks/>
          </p:cNvSpPr>
          <p:nvPr/>
        </p:nvSpPr>
        <p:spPr>
          <a:xfrm rot="0">
            <a:off x="6858000" y="4000500"/>
            <a:ext cx="4572635" cy="277495"/>
          </a:xfrm>
          <a:prstGeom prst="rect"/>
          <a:noFill/>
        </p:spPr>
        <p:txBody>
          <a:bodyPr wrap="square" lIns="0" tIns="0" rIns="0" bIns="0" vert="horz" anchor="t">
            <a:no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49" name="도형 21"/>
          <p:cNvSpPr>
            <a:spLocks/>
          </p:cNvSpPr>
          <p:nvPr/>
        </p:nvSpPr>
        <p:spPr>
          <a:xfrm rot="0">
            <a:off x="4935220" y="5652135"/>
            <a:ext cx="384175" cy="410210"/>
          </a:xfrm>
          <a:prstGeom prst="ellipse"/>
          <a:noFill/>
          <a:ln w="127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hangingPunct="1">
              <a:buFontTx/>
              <a:buNone/>
            </a:pPr>
            <a:r>
              <a:rPr sz="1800">
                <a:solidFill>
                  <a:srgbClr val="FF0000"/>
                </a:solidFill>
                <a:latin typeface="맑은 고딕" charset="0"/>
                <a:ea typeface="맑은 고딕" charset="0"/>
              </a:rPr>
              <a:t>5</a:t>
            </a:r>
            <a:endParaRPr lang="ko-KR" altLang="en-US" sz="1800">
              <a:solidFill>
                <a:srgbClr val="FF0000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74700" y="469900"/>
            <a:ext cx="140335" cy="9360535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70400" y="-3124200"/>
            <a:ext cx="9349740" cy="16550640"/>
          </a:xfrm>
          <a:prstGeom prst="rect"/>
          <a:solidFill>
            <a:srgbClr val="FFFFFF"/>
          </a:solidFill>
        </p:spPr>
      </p:pic>
      <p:grpSp>
        <p:nvGrpSpPr>
          <p:cNvPr id="37" name="Group 5"/>
          <p:cNvGrpSpPr>
            <a:grpSpLocks/>
          </p:cNvGrpSpPr>
          <p:nvPr/>
        </p:nvGrpSpPr>
        <p:grpSpPr>
          <a:xfrm rot="0">
            <a:off x="533400" y="1029335"/>
            <a:ext cx="991870" cy="2096770"/>
            <a:chOff x="533400" y="1029335"/>
            <a:chExt cx="991870" cy="2096770"/>
          </a:xfrm>
        </p:grpSpPr>
        <p:pic>
          <p:nvPicPr>
            <p:cNvPr id="5" name="Picture 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170" cy="471170"/>
            </a:xfrm>
            <a:prstGeom prst="rect"/>
            <a:noFill/>
          </p:spPr>
        </p:pic>
        <p:pic>
          <p:nvPicPr>
            <p:cNvPr id="7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770" cy="140970"/>
            </a:xfrm>
            <a:prstGeom prst="rect"/>
            <a:noFill/>
          </p:spPr>
        </p:pic>
        <p:pic>
          <p:nvPicPr>
            <p:cNvPr id="8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770" cy="140970"/>
            </a:xfrm>
            <a:prstGeom prst="rect"/>
            <a:noFill/>
          </p:spPr>
        </p:pic>
        <p:pic>
          <p:nvPicPr>
            <p:cNvPr id="9" name="Picture 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170" cy="471170"/>
            </a:xfrm>
            <a:prstGeom prst="rect"/>
            <a:noFill/>
          </p:spPr>
        </p:pic>
        <p:pic>
          <p:nvPicPr>
            <p:cNvPr id="11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770" cy="140970"/>
            </a:xfrm>
            <a:prstGeom prst="rect"/>
            <a:noFill/>
          </p:spPr>
        </p:pic>
        <p:pic>
          <p:nvPicPr>
            <p:cNvPr id="12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770" cy="140970"/>
            </a:xfrm>
            <a:prstGeom prst="rect"/>
            <a:noFill/>
          </p:spPr>
        </p:pic>
        <p:pic>
          <p:nvPicPr>
            <p:cNvPr id="13" name="Picture 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170" cy="471170"/>
            </a:xfrm>
            <a:prstGeom prst="rect"/>
            <a:noFill/>
          </p:spPr>
        </p:pic>
        <p:pic>
          <p:nvPicPr>
            <p:cNvPr id="15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770" cy="140970"/>
            </a:xfrm>
            <a:prstGeom prst="rect"/>
            <a:noFill/>
          </p:spPr>
        </p:pic>
        <p:pic>
          <p:nvPicPr>
            <p:cNvPr id="16" name="Picture "/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770" cy="140970"/>
            </a:xfrm>
            <a:prstGeom prst="rect"/>
            <a:noFill/>
          </p:spPr>
        </p:pic>
      </p:grpSp>
      <p:pic>
        <p:nvPicPr>
          <p:cNvPr id="17" name="Picture 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7070" cy="1207770"/>
          </a:xfrm>
          <a:prstGeom prst="rect"/>
          <a:noFill/>
        </p:spPr>
      </p:pic>
      <p:pic>
        <p:nvPicPr>
          <p:cNvPr id="19" name="Picture 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357600" y="368300"/>
            <a:ext cx="395605" cy="9565005"/>
          </a:xfrm>
          <a:prstGeom prst="rect"/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bg1">
                <a:alpha val="100000"/>
              </a:schemeClr>
            </a:solidFill>
            <a:prstDash val="solid"/>
            <a:round/>
          </a:ln>
        </p:spPr>
      </p:pic>
      <p:pic>
        <p:nvPicPr>
          <p:cNvPr id="21" name="Picture 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042160" y="5385435"/>
            <a:ext cx="13908405" cy="14605"/>
          </a:xfrm>
          <a:prstGeom prst="rect"/>
          <a:noFill/>
          <a:effectLst>
            <a:outerShdw sx="100000" sy="100000" blurRad="3" dist="1649" dir="2700000" rotWithShape="1">
              <a:srgbClr val="262713">
                <a:alpha val="49019"/>
              </a:srgbClr>
            </a:outerShdw>
          </a:effectLst>
        </p:spPr>
      </p:pic>
      <p:sp>
        <p:nvSpPr>
          <p:cNvPr id="36" name="Rect 0"/>
          <p:cNvSpPr txBox="1">
            <a:spLocks/>
          </p:cNvSpPr>
          <p:nvPr/>
        </p:nvSpPr>
        <p:spPr>
          <a:xfrm rot="0">
            <a:off x="1965960" y="4124325"/>
            <a:ext cx="3767455" cy="119697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ctr">
              <a:lnSpc>
                <a:spcPct val="124499"/>
              </a:lnSpc>
              <a:buFontTx/>
              <a:buNone/>
            </a:pPr>
            <a:r>
              <a:rPr lang="ko-KR" sz="4000" i="0" b="0" strike="noStrike">
                <a:solidFill>
                  <a:srgbClr val="677D6A"/>
                </a:solidFill>
                <a:latin typeface="SB AggroOTF Medium" charset="0"/>
              </a:rPr>
              <a:t>C</a:t>
            </a:r>
            <a:r>
              <a:rPr lang="ko-KR" sz="4000" i="0" b="0" strike="noStrike">
                <a:solidFill>
                  <a:srgbClr val="677D6A"/>
                </a:solidFill>
                <a:latin typeface="SB AggroOTF Medium" charset="0"/>
              </a:rPr>
              <a:t>hapter</a:t>
            </a:r>
            <a:r>
              <a:rPr lang="ko-KR" sz="4000" i="0" b="0" strike="noStrike">
                <a:solidFill>
                  <a:srgbClr val="677D6A"/>
                </a:solidFill>
                <a:latin typeface="SB AggroOTF Medium" charset="0"/>
              </a:rPr>
              <a:t>5</a:t>
            </a:r>
            <a:endParaRPr lang="ko-KR" altLang="en-US" sz="4000" i="0" b="0" strike="noStrike">
              <a:solidFill>
                <a:srgbClr val="677D6A"/>
              </a:solidFill>
              <a:latin typeface="SB AggroOTF Medium" charset="0"/>
            </a:endParaRPr>
          </a:p>
        </p:txBody>
      </p:sp>
      <p:sp>
        <p:nvSpPr>
          <p:cNvPr id="39" name="Rect 0"/>
          <p:cNvSpPr txBox="1">
            <a:spLocks/>
          </p:cNvSpPr>
          <p:nvPr/>
        </p:nvSpPr>
        <p:spPr>
          <a:xfrm rot="0">
            <a:off x="5810250" y="4114800"/>
            <a:ext cx="10446385" cy="11195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500" i="0" b="0" strike="noStrike">
                <a:solidFill>
                  <a:srgbClr val="677D6A"/>
                </a:solidFill>
                <a:ea typeface="SB AggroOTF Medium" charset="0"/>
              </a:rPr>
              <a:t>프로젝트 </a:t>
            </a:r>
            <a:r>
              <a:rPr lang="ko-KR" sz="6500" i="0" b="0" strike="noStrike">
                <a:solidFill>
                  <a:srgbClr val="677D6A"/>
                </a:solidFill>
                <a:ea typeface="SB AggroOTF Medium" charset="0"/>
              </a:rPr>
              <a:t>시연 및 후기</a:t>
            </a:r>
            <a:endParaRPr lang="ko-KR" altLang="en-US" sz="65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sp>
        <p:nvSpPr>
          <p:cNvPr id="40" name="텍스트 상자 149"/>
          <p:cNvSpPr txBox="1">
            <a:spLocks/>
          </p:cNvSpPr>
          <p:nvPr/>
        </p:nvSpPr>
        <p:spPr>
          <a:xfrm rot="0">
            <a:off x="4839970" y="5532120"/>
            <a:ext cx="7393940" cy="112014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  <a:hlinkClick r:id="rId9">
                  <a:extLst>
                    <a:ext uri="{A12FA001-AC4F-418D-AE19-62706E023703}">
                      <ahyp:hlinkClr xmlns:ahyp="http://schemas.microsoft.com/office/drawing/2018/hyperlinkcolor" xmlns="" val="hlink"/>
                    </a:ext>
                  </a:extLst>
                </a:hlinkClick>
              </a:rPr>
              <a:t>링크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15697200" y="2273300"/>
            <a:ext cx="3225800" cy="1206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74700" y="469900"/>
            <a:ext cx="139700" cy="9359900"/>
          </a:xfrm>
          <a:prstGeom prst="rect">
            <a:avLst/>
          </a:prstGeom>
        </p:spPr>
      </p:pic>
      <p:pic>
        <p:nvPicPr>
          <p:cNvPr id="4" name="Picture 4" descr="C:/Users/14A/AppData/Roaming/PolarisOffice/ETemp/11076_19435944/image12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432300" y="-3122295"/>
            <a:ext cx="9374505" cy="16550005"/>
          </a:xfrm>
          <a:prstGeom prst="rect"/>
          <a:noFill/>
        </p:spPr>
      </p:pic>
      <p:pic>
        <p:nvPicPr>
          <p:cNvPr id="5" name="Picture 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891000" y="368300"/>
            <a:ext cx="241300" cy="95631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2387600" y="2096770"/>
            <a:ext cx="13526770" cy="13970"/>
          </a:xfrm>
          <a:prstGeom prst="rect"/>
          <a:noFill/>
        </p:spPr>
      </p:pic>
      <p:grpSp>
        <p:nvGrpSpPr>
          <p:cNvPr id="66" name="그룹 7"/>
          <p:cNvGrpSpPr>
            <a:grpSpLocks/>
          </p:cNvGrpSpPr>
          <p:nvPr/>
        </p:nvGrpSpPr>
        <p:grpSpPr>
          <a:xfrm rot="0">
            <a:off x="503555" y="1029335"/>
            <a:ext cx="991235" cy="2096135"/>
            <a:chOff x="503555" y="1029335"/>
            <a:chExt cx="991235" cy="2096135"/>
          </a:xfrm>
        </p:grpSpPr>
        <p:pic>
          <p:nvPicPr>
            <p:cNvPr id="39" name="Picture 39"/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24255" y="1029335"/>
              <a:ext cx="470535" cy="470535"/>
            </a:xfrm>
            <a:prstGeom prst="rect"/>
            <a:noFill/>
          </p:spPr>
        </p:pic>
        <p:pic>
          <p:nvPicPr>
            <p:cNvPr id="41" name="Picture 41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03555" y="1105535"/>
              <a:ext cx="826135" cy="140335"/>
            </a:xfrm>
            <a:prstGeom prst="rect"/>
            <a:noFill/>
          </p:spPr>
        </p:pic>
        <p:pic>
          <p:nvPicPr>
            <p:cNvPr id="42" name="Picture 42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03555" y="1283335"/>
              <a:ext cx="826135" cy="140335"/>
            </a:xfrm>
            <a:prstGeom prst="rect"/>
            <a:noFill/>
          </p:spPr>
        </p:pic>
        <p:pic>
          <p:nvPicPr>
            <p:cNvPr id="43" name="Picture 43"/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24255" y="1816735"/>
              <a:ext cx="470535" cy="470535"/>
            </a:xfrm>
            <a:prstGeom prst="rect"/>
            <a:noFill/>
          </p:spPr>
        </p:pic>
        <p:pic>
          <p:nvPicPr>
            <p:cNvPr id="45" name="Picture 45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03555" y="1892935"/>
              <a:ext cx="826135" cy="140335"/>
            </a:xfrm>
            <a:prstGeom prst="rect"/>
            <a:noFill/>
          </p:spPr>
        </p:pic>
        <p:pic>
          <p:nvPicPr>
            <p:cNvPr id="46" name="Picture 46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03555" y="2070735"/>
              <a:ext cx="826135" cy="140335"/>
            </a:xfrm>
            <a:prstGeom prst="rect"/>
            <a:noFill/>
          </p:spPr>
        </p:pic>
        <p:pic>
          <p:nvPicPr>
            <p:cNvPr id="47" name="Picture 47"/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24255" y="2654935"/>
              <a:ext cx="470535" cy="470535"/>
            </a:xfrm>
            <a:prstGeom prst="rect"/>
            <a:noFill/>
          </p:spPr>
        </p:pic>
        <p:pic>
          <p:nvPicPr>
            <p:cNvPr id="49" name="Picture 49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03555" y="2731135"/>
              <a:ext cx="826135" cy="140335"/>
            </a:xfrm>
            <a:prstGeom prst="rect"/>
            <a:noFill/>
          </p:spPr>
        </p:pic>
        <p:pic>
          <p:nvPicPr>
            <p:cNvPr id="50" name="Picture 50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03555" y="2908935"/>
              <a:ext cx="826135" cy="140335"/>
            </a:xfrm>
            <a:prstGeom prst="rect"/>
            <a:noFill/>
          </p:spPr>
        </p:pic>
      </p:grpSp>
      <p:sp>
        <p:nvSpPr>
          <p:cNvPr id="52" name="TextBox 52"/>
          <p:cNvSpPr txBox="1">
            <a:spLocks/>
          </p:cNvSpPr>
          <p:nvPr/>
        </p:nvSpPr>
        <p:spPr>
          <a:xfrm>
            <a:off x="2362200" y="1075690"/>
            <a:ext cx="763905" cy="3067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700" i="0" b="0" strike="noStrike">
                <a:solidFill>
                  <a:srgbClr val="262713"/>
                </a:solidFill>
                <a:latin typeface="SB AggroOTF Medium" charset="0"/>
              </a:rPr>
              <a:t>0</a:t>
            </a:r>
            <a:r>
              <a:rPr lang="ko-KR" sz="1700" i="0" b="0" strike="noStrike">
                <a:solidFill>
                  <a:srgbClr val="262713"/>
                </a:solidFill>
                <a:latin typeface="SB AggroOTF Medium" charset="0"/>
              </a:rPr>
              <a:t>5</a:t>
            </a:r>
            <a:r>
              <a:rPr lang="ko-KR" sz="1700" i="0" b="0" strike="noStrike">
                <a:solidFill>
                  <a:srgbClr val="262713"/>
                </a:solidFill>
                <a:ea typeface="SB AggroOTF Medium" charset="0"/>
              </a:rPr>
              <a:t>ㅣ</a:t>
            </a:r>
            <a:endParaRPr lang="ko-KR" altLang="en-US" sz="1700" i="0" b="0" strike="noStrike">
              <a:solidFill>
                <a:srgbClr val="262713"/>
              </a:solidFill>
              <a:ea typeface="SB AggroOTF Medium" charset="0"/>
            </a:endParaRPr>
          </a:p>
        </p:txBody>
      </p:sp>
      <p:sp>
        <p:nvSpPr>
          <p:cNvPr id="53" name="TextBox 53"/>
          <p:cNvSpPr txBox="1">
            <a:spLocks/>
          </p:cNvSpPr>
          <p:nvPr/>
        </p:nvSpPr>
        <p:spPr>
          <a:xfrm>
            <a:off x="3149600" y="923290"/>
            <a:ext cx="7393305" cy="11195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프로젝트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 </a:t>
            </a:r>
            <a:r>
              <a:rPr lang="ko-KR" sz="6300" i="0" b="0" strike="noStrike">
                <a:solidFill>
                  <a:srgbClr val="677D6A"/>
                </a:solidFill>
                <a:ea typeface="SB AggroOTF Medium" charset="0"/>
              </a:rPr>
              <a:t>후기</a:t>
            </a:r>
            <a:endParaRPr lang="ko-KR" altLang="en-US" sz="6300" i="0" b="0" strike="noStrike">
              <a:solidFill>
                <a:srgbClr val="677D6A"/>
              </a:solidFill>
              <a:ea typeface="SB AggroOTF Medium" charset="0"/>
            </a:endParaRPr>
          </a:p>
        </p:txBody>
      </p:sp>
      <p:pic>
        <p:nvPicPr>
          <p:cNvPr id="62" name="그림 161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02740" y="3593465"/>
            <a:ext cx="14606905" cy="17145"/>
          </a:xfrm>
          <a:prstGeom prst="rect"/>
          <a:noFill/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584325" y="2451735"/>
            <a:ext cx="2198370" cy="2095500"/>
          </a:xfrm>
          <a:prstGeom prst="rect"/>
          <a:noFill/>
          <a:ln w="9525" cap="flat" cmpd="sng">
            <a:solidFill>
              <a:schemeClr val="bg1">
                <a:alpha val="100000"/>
              </a:schemeClr>
            </a:solidFill>
            <a:prstDash val="solid"/>
            <a:round/>
          </a:ln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0917555" y="2439035"/>
            <a:ext cx="2198370" cy="2095500"/>
          </a:xfrm>
          <a:prstGeom prst="rect"/>
          <a:noFill/>
          <a:ln w="9525" cap="flat" cmpd="sng">
            <a:solidFill>
              <a:schemeClr val="bg1">
                <a:alpha val="100000"/>
              </a:schemeClr>
            </a:solidFill>
            <a:prstDash val="solid"/>
            <a:round/>
          </a:ln>
        </p:spPr>
      </p:pic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4695825" y="2439035"/>
            <a:ext cx="2198370" cy="2095500"/>
          </a:xfrm>
          <a:prstGeom prst="rect"/>
          <a:noFill/>
          <a:ln w="9525" cap="flat" cmpd="sng">
            <a:solidFill>
              <a:schemeClr val="bg1">
                <a:alpha val="100000"/>
              </a:schemeClr>
            </a:solidFill>
            <a:prstDash val="solid"/>
            <a:round/>
          </a:ln>
        </p:spPr>
      </p:pic>
      <p:pic>
        <p:nvPicPr>
          <p:cNvPr id="23" name="Picture 23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7806055" y="2439035"/>
            <a:ext cx="2198370" cy="2095500"/>
          </a:xfrm>
          <a:prstGeom prst="rect"/>
          <a:noFill/>
          <a:ln w="9525" cap="flat" cmpd="sng">
            <a:solidFill>
              <a:schemeClr val="bg1">
                <a:alpha val="100000"/>
              </a:schemeClr>
            </a:solidFill>
            <a:prstDash val="solid"/>
            <a:round/>
          </a:ln>
        </p:spPr>
      </p:pic>
      <p:pic>
        <p:nvPicPr>
          <p:cNvPr id="54" name="그림 101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4030960" y="2440940"/>
            <a:ext cx="2198370" cy="2095500"/>
          </a:xfrm>
          <a:prstGeom prst="rect"/>
          <a:noFill/>
          <a:ln w="9525" cap="flat" cmpd="sng">
            <a:solidFill>
              <a:schemeClr val="bg1">
                <a:alpha val="100000"/>
              </a:schemeClr>
            </a:solidFill>
            <a:prstDash val="solid"/>
            <a:round/>
          </a:ln>
        </p:spPr>
      </p:pic>
      <p:sp>
        <p:nvSpPr>
          <p:cNvPr id="71" name="텍스트 상자 11"/>
          <p:cNvSpPr txBox="1">
            <a:spLocks/>
          </p:cNvSpPr>
          <p:nvPr/>
        </p:nvSpPr>
        <p:spPr>
          <a:xfrm rot="0">
            <a:off x="2169795" y="3229610"/>
            <a:ext cx="1100455" cy="60769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김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수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만</a:t>
            </a:r>
            <a:endParaRPr lang="ko-KR" altLang="en-US" sz="23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</p:txBody>
      </p:sp>
      <p:sp>
        <p:nvSpPr>
          <p:cNvPr id="72" name="텍스트 상자 12"/>
          <p:cNvSpPr txBox="1">
            <a:spLocks/>
          </p:cNvSpPr>
          <p:nvPr/>
        </p:nvSpPr>
        <p:spPr>
          <a:xfrm rot="0">
            <a:off x="14611350" y="3199765"/>
            <a:ext cx="1100455" cy="60769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한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지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혜</a:t>
            </a:r>
            <a:endParaRPr lang="ko-KR" altLang="en-US" sz="23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</p:txBody>
      </p:sp>
      <p:sp>
        <p:nvSpPr>
          <p:cNvPr id="73" name="텍스트 상자 16"/>
          <p:cNvSpPr txBox="1">
            <a:spLocks/>
          </p:cNvSpPr>
          <p:nvPr/>
        </p:nvSpPr>
        <p:spPr>
          <a:xfrm rot="0">
            <a:off x="11487150" y="3199765"/>
            <a:ext cx="1100455" cy="60769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천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태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광</a:t>
            </a:r>
            <a:endParaRPr lang="ko-KR" altLang="en-US" sz="23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</p:txBody>
      </p:sp>
      <p:sp>
        <p:nvSpPr>
          <p:cNvPr id="74" name="텍스트 상자 17"/>
          <p:cNvSpPr txBox="1">
            <a:spLocks/>
          </p:cNvSpPr>
          <p:nvPr/>
        </p:nvSpPr>
        <p:spPr>
          <a:xfrm rot="0">
            <a:off x="8375650" y="3225165"/>
            <a:ext cx="1100455" cy="60769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송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은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호</a:t>
            </a:r>
            <a:endParaRPr lang="ko-KR" altLang="en-US" sz="23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</p:txBody>
      </p:sp>
      <p:sp>
        <p:nvSpPr>
          <p:cNvPr id="75" name="텍스트 상자 18"/>
          <p:cNvSpPr txBox="1">
            <a:spLocks/>
          </p:cNvSpPr>
          <p:nvPr/>
        </p:nvSpPr>
        <p:spPr>
          <a:xfrm>
            <a:off x="5264150" y="3225165"/>
            <a:ext cx="1101090" cy="60833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손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유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정</a:t>
            </a:r>
            <a:endParaRPr lang="ko-KR" altLang="en-US" sz="23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</p:txBody>
      </p:sp>
      <p:sp>
        <p:nvSpPr>
          <p:cNvPr id="80" name="텍스트 상자 18"/>
          <p:cNvSpPr txBox="1">
            <a:spLocks/>
          </p:cNvSpPr>
          <p:nvPr/>
        </p:nvSpPr>
        <p:spPr>
          <a:xfrm rot="0">
            <a:off x="12430760" y="-768985"/>
            <a:ext cx="318770" cy="389890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81" name="텍스트 상자 34"/>
          <p:cNvSpPr txBox="1">
            <a:spLocks/>
          </p:cNvSpPr>
          <p:nvPr/>
        </p:nvSpPr>
        <p:spPr>
          <a:xfrm rot="0">
            <a:off x="13804265" y="4749800"/>
            <a:ext cx="3053080" cy="5206365"/>
          </a:xfrm>
          <a:prstGeom prst="rect"/>
          <a:ln>
            <a:noFill/>
            <a:prstDash/>
          </a:ln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기능별로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역할을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나워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진행해서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수월했고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매일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진행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사항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보고를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통해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소통,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공유가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잘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되도록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노력한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점은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잘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한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것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같다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깃허브가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어려워서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많이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활용하지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못한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점은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아쉽다.</a:t>
            </a:r>
            <a:endParaRPr lang="ko-KR" altLang="en-US" sz="23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</p:txBody>
      </p:sp>
      <p:sp>
        <p:nvSpPr>
          <p:cNvPr id="83" name="텍스트 상자 3"/>
          <p:cNvSpPr txBox="1">
            <a:spLocks/>
          </p:cNvSpPr>
          <p:nvPr/>
        </p:nvSpPr>
        <p:spPr>
          <a:xfrm rot="0">
            <a:off x="4312285" y="4763770"/>
            <a:ext cx="3053080" cy="5206365"/>
          </a:xfrm>
          <a:prstGeom prst="rect"/>
          <a:ln>
            <a:noFill/>
            <a:prstDash/>
          </a:ln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just">
              <a:lnSpc>
                <a:spcPct val="150000"/>
              </a:lnSpc>
              <a:buFontTx/>
              <a:buNone/>
            </a:pP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이번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프로젝트에서는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수월하게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진행되는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작업에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뿌듯함을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느꼈지만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아직까지도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어려워서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팀원들의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도움을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받았던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점이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고마웠으며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뜻깊은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경험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이 된 거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같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다</a:t>
            </a:r>
            <a:endParaRPr lang="ko-KR" altLang="en-US" sz="23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</p:txBody>
      </p:sp>
      <p:sp>
        <p:nvSpPr>
          <p:cNvPr id="84" name="텍스트 상자 4"/>
          <p:cNvSpPr txBox="1">
            <a:spLocks/>
          </p:cNvSpPr>
          <p:nvPr/>
        </p:nvSpPr>
        <p:spPr>
          <a:xfrm rot="0">
            <a:off x="1146810" y="4755515"/>
            <a:ext cx="3053080" cy="5206365"/>
          </a:xfrm>
          <a:prstGeom prst="rect"/>
          <a:ln>
            <a:noFill/>
            <a:prstDash/>
          </a:ln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프로젝트에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서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OPEN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API를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이용해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나의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생각대로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기능을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제대로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구현하지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못해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매우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아쉬웠지만,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OPEN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API활용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방법을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터득한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유익한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경헙이었다</a:t>
            </a:r>
            <a:endParaRPr lang="ko-KR" altLang="en-US" sz="23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  <a:p>
            <a:pPr marL="0" indent="0" algn="l">
              <a:lnSpc>
                <a:spcPct val="150000"/>
              </a:lnSpc>
              <a:buFontTx/>
              <a:buNone/>
            </a:pPr>
            <a:endParaRPr lang="ko-KR" altLang="en-US" sz="23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</p:txBody>
      </p:sp>
      <p:sp>
        <p:nvSpPr>
          <p:cNvPr id="85" name="텍스트 상자 1"/>
          <p:cNvSpPr txBox="1">
            <a:spLocks/>
          </p:cNvSpPr>
          <p:nvPr/>
        </p:nvSpPr>
        <p:spPr>
          <a:xfrm rot="0">
            <a:off x="7482205" y="4752340"/>
            <a:ext cx="3053080" cy="5206365"/>
          </a:xfrm>
          <a:prstGeom prst="rect"/>
          <a:ln>
            <a:noFill/>
            <a:prstDash/>
          </a:ln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프로젝트 오류와의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싸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움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행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복의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나날이였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다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코드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를 작성하는데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어려움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은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없었지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만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오류잡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는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것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이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너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무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어려웠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다.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이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번 프로젝트에서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좋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은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경험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을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했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다</a:t>
            </a:r>
            <a:endParaRPr lang="ko-KR" altLang="en-US" sz="23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</p:txBody>
      </p:sp>
      <p:sp>
        <p:nvSpPr>
          <p:cNvPr id="86" name="텍스트 상자 2"/>
          <p:cNvSpPr txBox="1">
            <a:spLocks/>
          </p:cNvSpPr>
          <p:nvPr/>
        </p:nvSpPr>
        <p:spPr>
          <a:xfrm rot="0">
            <a:off x="10638155" y="4752340"/>
            <a:ext cx="3053080" cy="5206365"/>
          </a:xfrm>
          <a:prstGeom prst="rect"/>
          <a:ln>
            <a:noFill/>
            <a:prstDash/>
          </a:ln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150000"/>
              </a:lnSpc>
              <a:buFontTx/>
              <a:buNone/>
            </a:pP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프로젝트를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통해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서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수업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시간에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배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운 걸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다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시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재정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의 밑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깊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이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이해하는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데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좋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은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경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험이었고,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 앞으로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의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개발자로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서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성장하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성장하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기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위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한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방향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성을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잡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을 수 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있었</a:t>
            </a:r>
            <a:r>
              <a:rPr lang="ko-KR" sz="2300" i="0" b="0" strike="noStrike">
                <a:solidFill>
                  <a:srgbClr val="262713"/>
                </a:solidFill>
                <a:latin typeface="Calibri" charset="0"/>
                <a:ea typeface="SB AggroOTF Medium" charset="0"/>
              </a:rPr>
              <a:t>다 </a:t>
            </a:r>
            <a:endParaRPr lang="ko-KR" altLang="en-US" sz="2300" i="0" b="0" strike="noStrike">
              <a:solidFill>
                <a:srgbClr val="262713"/>
              </a:solidFill>
              <a:latin typeface="Calibri" charset="0"/>
              <a:ea typeface="SB AggroOTF Medium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EE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5697200" y="2273300"/>
            <a:ext cx="3226435" cy="1207135"/>
          </a:xfrm>
          <a:prstGeom prst="rect"/>
          <a:noFill/>
        </p:spPr>
      </p:pic>
      <p:pic>
        <p:nvPicPr>
          <p:cNvPr id="3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74700" y="469900"/>
            <a:ext cx="140335" cy="9360535"/>
          </a:xfrm>
          <a:prstGeom prst="rect"/>
          <a:noFill/>
        </p:spPr>
      </p:pic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7835" cy="16548735"/>
          </a:xfrm>
          <a:prstGeom prst="rect"/>
          <a:noFill/>
        </p:spPr>
      </p:pic>
      <p:pic>
        <p:nvPicPr>
          <p:cNvPr id="5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6891000" y="368300"/>
            <a:ext cx="241935" cy="9563735"/>
          </a:xfrm>
          <a:prstGeom prst="rect"/>
          <a:noFill/>
        </p:spPr>
      </p:pic>
      <p:grpSp>
        <p:nvGrpSpPr>
          <p:cNvPr id="69" name="그룹 19"/>
          <p:cNvGrpSpPr>
            <a:grpSpLocks/>
          </p:cNvGrpSpPr>
          <p:nvPr/>
        </p:nvGrpSpPr>
        <p:grpSpPr>
          <a:xfrm rot="0">
            <a:off x="533400" y="1029335"/>
            <a:ext cx="991870" cy="2096770"/>
            <a:chOff x="533400" y="1029335"/>
            <a:chExt cx="991870" cy="2096770"/>
          </a:xfrm>
        </p:grpSpPr>
        <p:pic>
          <p:nvPicPr>
            <p:cNvPr id="9" name="Picture 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1170" cy="471170"/>
            </a:xfrm>
            <a:prstGeom prst="rect"/>
            <a:noFill/>
          </p:spPr>
        </p:pic>
        <p:pic>
          <p:nvPicPr>
            <p:cNvPr id="11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770" cy="140970"/>
            </a:xfrm>
            <a:prstGeom prst="rect"/>
            <a:noFill/>
          </p:spPr>
        </p:pic>
        <p:pic>
          <p:nvPicPr>
            <p:cNvPr id="12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770" cy="140970"/>
            </a:xfrm>
            <a:prstGeom prst="rect"/>
            <a:noFill/>
          </p:spPr>
        </p:pic>
        <p:pic>
          <p:nvPicPr>
            <p:cNvPr id="13" name="Picture 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1170" cy="471170"/>
            </a:xfrm>
            <a:prstGeom prst="rect"/>
            <a:noFill/>
          </p:spPr>
        </p:pic>
        <p:pic>
          <p:nvPicPr>
            <p:cNvPr id="15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770" cy="140970"/>
            </a:xfrm>
            <a:prstGeom prst="rect"/>
            <a:noFill/>
          </p:spPr>
        </p:pic>
        <p:pic>
          <p:nvPicPr>
            <p:cNvPr id="16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770" cy="140970"/>
            </a:xfrm>
            <a:prstGeom prst="rect"/>
            <a:noFill/>
          </p:spPr>
        </p:pic>
        <p:pic>
          <p:nvPicPr>
            <p:cNvPr id="17" name="Picture 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1170" cy="471170"/>
            </a:xfrm>
            <a:prstGeom prst="rect"/>
            <a:noFill/>
          </p:spPr>
        </p:pic>
        <p:pic>
          <p:nvPicPr>
            <p:cNvPr id="19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770" cy="140970"/>
            </a:xfrm>
            <a:prstGeom prst="rect"/>
            <a:noFill/>
          </p:spPr>
        </p:pic>
        <p:pic>
          <p:nvPicPr>
            <p:cNvPr id="20" name="Picture 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770" cy="140970"/>
            </a:xfrm>
            <a:prstGeom prst="rect"/>
            <a:noFill/>
          </p:spPr>
        </p:pic>
      </p:grpSp>
      <p:sp>
        <p:nvSpPr>
          <p:cNvPr id="68" name="텍스트 상자 100"/>
          <p:cNvSpPr txBox="1">
            <a:spLocks/>
          </p:cNvSpPr>
          <p:nvPr/>
        </p:nvSpPr>
        <p:spPr>
          <a:xfrm>
            <a:off x="5719445" y="3768090"/>
            <a:ext cx="6223635" cy="224409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ko-KR" sz="18000" i="0" b="0" strike="noStrike">
                <a:solidFill>
                  <a:srgbClr val="677D6A"/>
                </a:solidFill>
                <a:latin typeface="SB AggroOTF Medium" charset="0"/>
              </a:rPr>
              <a:t>Q&amp;A</a:t>
            </a:r>
            <a:endParaRPr lang="ko-KR" altLang="en-US" sz="18000" i="0" b="0" strike="noStrike">
              <a:solidFill>
                <a:srgbClr val="677D6A"/>
              </a:solidFill>
              <a:latin typeface="SB AggroOTF Medium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74700" y="469900"/>
            <a:ext cx="139700" cy="9359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470400" y="-3136900"/>
            <a:ext cx="9347835" cy="16548735"/>
          </a:xfrm>
          <a:prstGeom prst="rect"/>
          <a:noFill/>
        </p:spPr>
      </p:pic>
      <p:pic>
        <p:nvPicPr>
          <p:cNvPr id="4" name="Picture 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15697200" y="2273300"/>
            <a:ext cx="3225800" cy="1206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357600" y="368300"/>
            <a:ext cx="393700" cy="9563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183130" y="5914390"/>
            <a:ext cx="13907135" cy="13335"/>
          </a:xfrm>
          <a:prstGeom prst="rect"/>
          <a:noFill/>
          <a:effectLst>
            <a:outerShdw sx="100000" sy="100000" blurRad="3" dist="1649" dir="2700000" rotWithShape="1">
              <a:srgbClr val="262713">
                <a:alpha val="49803"/>
              </a:srgbClr>
            </a:outerShdw>
          </a:effectLst>
        </p:spPr>
      </p:pic>
      <p:sp>
        <p:nvSpPr>
          <p:cNvPr id="9" name="TextBox 9"/>
          <p:cNvSpPr txBox="1">
            <a:spLocks/>
          </p:cNvSpPr>
          <p:nvPr/>
        </p:nvSpPr>
        <p:spPr>
          <a:xfrm>
            <a:off x="3783330" y="3730625"/>
            <a:ext cx="10123805" cy="185610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ctr">
              <a:lnSpc>
                <a:spcPct val="124499"/>
              </a:lnSpc>
              <a:buFontTx/>
              <a:buNone/>
            </a:pPr>
            <a:r>
              <a:rPr lang="en-US" sz="10500" i="0" b="0" strike="noStrike">
                <a:solidFill>
                  <a:srgbClr val="677D6A"/>
                </a:solidFill>
                <a:latin typeface="SB AggroOTF Medium" charset="0"/>
              </a:rPr>
              <a:t>Thank you!</a:t>
            </a:r>
            <a:endParaRPr lang="ko-KR" altLang="en-US" sz="10500" i="0" b="0" strike="noStrike">
              <a:solidFill>
                <a:srgbClr val="677D6A"/>
              </a:solidFill>
              <a:latin typeface="SB AggroOTF Medium" charset="0"/>
            </a:endParaRPr>
          </a:p>
        </p:txBody>
      </p:sp>
      <p:grpSp>
        <p:nvGrpSpPr>
          <p:cNvPr id="45" name="그룹 17"/>
          <p:cNvGrpSpPr>
            <a:grpSpLocks/>
          </p:cNvGrpSpPr>
          <p:nvPr/>
        </p:nvGrpSpPr>
        <p:grpSpPr>
          <a:xfrm rot="0">
            <a:off x="533400" y="1029335"/>
            <a:ext cx="991235" cy="2096135"/>
            <a:chOff x="533400" y="1029335"/>
            <a:chExt cx="991235" cy="2096135"/>
          </a:xfrm>
        </p:grpSpPr>
        <p:pic>
          <p:nvPicPr>
            <p:cNvPr id="33" name="Picture 33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54100" y="1029335"/>
              <a:ext cx="470535" cy="470535"/>
            </a:xfrm>
            <a:prstGeom prst="rect"/>
            <a:noFill/>
          </p:spPr>
        </p:pic>
        <p:pic>
          <p:nvPicPr>
            <p:cNvPr id="35" name="Picture 35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1105535"/>
              <a:ext cx="826135" cy="140335"/>
            </a:xfrm>
            <a:prstGeom prst="rect"/>
            <a:noFill/>
          </p:spPr>
        </p:pic>
        <p:pic>
          <p:nvPicPr>
            <p:cNvPr id="36" name="Picture 36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1283335"/>
              <a:ext cx="826135" cy="140335"/>
            </a:xfrm>
            <a:prstGeom prst="rect"/>
            <a:noFill/>
          </p:spPr>
        </p:pic>
        <p:pic>
          <p:nvPicPr>
            <p:cNvPr id="37" name="Picture 37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54100" y="1816735"/>
              <a:ext cx="470535" cy="470535"/>
            </a:xfrm>
            <a:prstGeom prst="rect"/>
            <a:noFill/>
          </p:spPr>
        </p:pic>
        <p:pic>
          <p:nvPicPr>
            <p:cNvPr id="39" name="Picture 39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1892935"/>
              <a:ext cx="826135" cy="140335"/>
            </a:xfrm>
            <a:prstGeom prst="rect"/>
            <a:noFill/>
          </p:spPr>
        </p:pic>
        <p:pic>
          <p:nvPicPr>
            <p:cNvPr id="40" name="Picture 40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2070735"/>
              <a:ext cx="826135" cy="140335"/>
            </a:xfrm>
            <a:prstGeom prst="rect"/>
            <a:noFill/>
          </p:spPr>
        </p:pic>
        <p:pic>
          <p:nvPicPr>
            <p:cNvPr id="41" name="Picture 41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1054100" y="2654935"/>
              <a:ext cx="470535" cy="470535"/>
            </a:xfrm>
            <a:prstGeom prst="rect"/>
            <a:noFill/>
          </p:spPr>
        </p:pic>
        <p:pic>
          <p:nvPicPr>
            <p:cNvPr id="43" name="Picture 43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2731135"/>
              <a:ext cx="826135" cy="140335"/>
            </a:xfrm>
            <a:prstGeom prst="rect"/>
            <a:noFill/>
          </p:spPr>
        </p:pic>
        <p:pic>
          <p:nvPicPr>
            <p:cNvPr id="44" name="Picture 44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0">
              <a:off x="533400" y="2908935"/>
              <a:ext cx="826135" cy="140335"/>
            </a:xfrm>
            <a:prstGeom prst="rect"/>
            <a:noFill/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55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kmmrrp5ngm</cp:lastModifiedBy>
  <cp:version>10.105.224.52366</cp:version>
  <dcterms:modified xsi:type="dcterms:W3CDTF">2011-08-01T06:04:30Z</dcterms:modified>
</cp:coreProperties>
</file>